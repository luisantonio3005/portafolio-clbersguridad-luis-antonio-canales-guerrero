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embeddedFontLst>
    <p:embeddedFont>
      <p:font typeface="Open Sans Bold" charset="1" panose="020B0806030504020204"/>
      <p:regular r:id="rId16"/>
    </p:embeddedFont>
    <p:embeddedFont>
      <p:font typeface="IBM Plex Sans Condensed" charset="1" panose="020B0506050203000203"/>
      <p:regular r:id="rId17"/>
    </p:embeddedFont>
    <p:embeddedFont>
      <p:font typeface="IBM Plex Sans" charset="1" panose="020B0503050203000203"/>
      <p:regular r:id="rId18"/>
    </p:embeddedFont>
    <p:embeddedFont>
      <p:font typeface="IBM Plex Sans Condensed Bold" charset="1" panose="020B0806050203000203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19" Target="../media/image27.png" Type="http://schemas.openxmlformats.org/officeDocument/2006/relationships/image"/><Relationship Id="rId2" Target="../media/image1.png" Type="http://schemas.openxmlformats.org/officeDocument/2006/relationships/image"/><Relationship Id="rId20" Target="../media/image28.svg" Type="http://schemas.openxmlformats.org/officeDocument/2006/relationships/image"/><Relationship Id="rId21" Target="../media/image29.png" Type="http://schemas.openxmlformats.org/officeDocument/2006/relationships/image"/><Relationship Id="rId22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svg" Type="http://schemas.openxmlformats.org/officeDocument/2006/relationships/image"/><Relationship Id="rId19" Target="../media/image44.png" Type="http://schemas.openxmlformats.org/officeDocument/2006/relationships/image"/><Relationship Id="rId2" Target="../media/image1.png" Type="http://schemas.openxmlformats.org/officeDocument/2006/relationships/image"/><Relationship Id="rId20" Target="../media/image45.svg" Type="http://schemas.openxmlformats.org/officeDocument/2006/relationships/image"/><Relationship Id="rId21" Target="../media/image46.png" Type="http://schemas.openxmlformats.org/officeDocument/2006/relationships/image"/><Relationship Id="rId22" Target="../media/image47.svg" Type="http://schemas.openxmlformats.org/officeDocument/2006/relationships/image"/><Relationship Id="rId23" Target="../media/image48.png" Type="http://schemas.openxmlformats.org/officeDocument/2006/relationships/image"/><Relationship Id="rId24" Target="../media/image49.svg" Type="http://schemas.openxmlformats.org/officeDocument/2006/relationships/image"/><Relationship Id="rId25" Target="../media/image50.svg" Type="http://schemas.openxmlformats.org/officeDocument/2006/relationships/image"/><Relationship Id="rId26" Target="../media/image51.svg" Type="http://schemas.openxmlformats.org/officeDocument/2006/relationships/image"/><Relationship Id="rId27" Target="../media/image52.png" Type="http://schemas.openxmlformats.org/officeDocument/2006/relationships/image"/><Relationship Id="rId28" Target="../media/image53.svg" Type="http://schemas.openxmlformats.org/officeDocument/2006/relationships/image"/><Relationship Id="rId29" Target="../media/image54.svg" Type="http://schemas.openxmlformats.org/officeDocument/2006/relationships/image"/><Relationship Id="rId3" Target="../media/image2.svg" Type="http://schemas.openxmlformats.org/officeDocument/2006/relationships/image"/><Relationship Id="rId30" Target="../media/image27.png" Type="http://schemas.openxmlformats.org/officeDocument/2006/relationships/image"/><Relationship Id="rId31" Target="../media/image28.svg" Type="http://schemas.openxmlformats.org/officeDocument/2006/relationships/image"/><Relationship Id="rId32" Target="../media/image29.png" Type="http://schemas.openxmlformats.org/officeDocument/2006/relationships/image"/><Relationship Id="rId33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svg" Type="http://schemas.openxmlformats.org/officeDocument/2006/relationships/image"/><Relationship Id="rId16" Target="../media/image64.svg" Type="http://schemas.openxmlformats.org/officeDocument/2006/relationships/image"/><Relationship Id="rId17" Target="../media/image27.png" Type="http://schemas.openxmlformats.org/officeDocument/2006/relationships/image"/><Relationship Id="rId18" Target="../media/image28.svg" Type="http://schemas.openxmlformats.org/officeDocument/2006/relationships/image"/><Relationship Id="rId19" Target="../media/image29.png" Type="http://schemas.openxmlformats.org/officeDocument/2006/relationships/image"/><Relationship Id="rId2" Target="../media/image1.png" Type="http://schemas.openxmlformats.org/officeDocument/2006/relationships/image"/><Relationship Id="rId20" Target="../media/image30.svg" Type="http://schemas.openxmlformats.org/officeDocument/2006/relationships/image"/><Relationship Id="rId21" Target="../media/image65.png" Type="http://schemas.openxmlformats.org/officeDocument/2006/relationships/image"/><Relationship Id="rId22" Target="../media/image66.svg" Type="http://schemas.openxmlformats.org/officeDocument/2006/relationships/image"/><Relationship Id="rId23" Target="../media/image67.png" Type="http://schemas.openxmlformats.org/officeDocument/2006/relationships/image"/><Relationship Id="rId24" Target="../media/image68.svg" Type="http://schemas.openxmlformats.org/officeDocument/2006/relationships/image"/><Relationship Id="rId25" Target="../media/image69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png" Type="http://schemas.openxmlformats.org/officeDocument/2006/relationships/image"/><Relationship Id="rId12" Target="../media/image46.png" Type="http://schemas.openxmlformats.org/officeDocument/2006/relationships/image"/><Relationship Id="rId13" Target="../media/image75.sv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78.svg" Type="http://schemas.openxmlformats.org/officeDocument/2006/relationships/image"/><Relationship Id="rId17" Target="../media/image79.png" Type="http://schemas.openxmlformats.org/officeDocument/2006/relationships/image"/><Relationship Id="rId18" Target="../media/image80.sv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82.svg" Type="http://schemas.openxmlformats.org/officeDocument/2006/relationships/image"/><Relationship Id="rId21" Target="../media/image83.png" Type="http://schemas.openxmlformats.org/officeDocument/2006/relationships/image"/><Relationship Id="rId22" Target="../media/image84.svg" Type="http://schemas.openxmlformats.org/officeDocument/2006/relationships/image"/><Relationship Id="rId23" Target="../media/image85.svg" Type="http://schemas.openxmlformats.org/officeDocument/2006/relationships/image"/><Relationship Id="rId24" Target="../media/image27.png" Type="http://schemas.openxmlformats.org/officeDocument/2006/relationships/image"/><Relationship Id="rId25" Target="../media/image28.svg" Type="http://schemas.openxmlformats.org/officeDocument/2006/relationships/image"/><Relationship Id="rId26" Target="../media/image29.png" Type="http://schemas.openxmlformats.org/officeDocument/2006/relationships/image"/><Relationship Id="rId27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13" Target="../media/image92.png" Type="http://schemas.openxmlformats.org/officeDocument/2006/relationships/image"/><Relationship Id="rId14" Target="../media/image93.svg" Type="http://schemas.openxmlformats.org/officeDocument/2006/relationships/image"/><Relationship Id="rId15" Target="../media/image94.png" Type="http://schemas.openxmlformats.org/officeDocument/2006/relationships/image"/><Relationship Id="rId16" Target="../media/image95.svg" Type="http://schemas.openxmlformats.org/officeDocument/2006/relationships/image"/><Relationship Id="rId17" Target="../media/image96.png" Type="http://schemas.openxmlformats.org/officeDocument/2006/relationships/image"/><Relationship Id="rId18" Target="../media/image97.svg" Type="http://schemas.openxmlformats.org/officeDocument/2006/relationships/image"/><Relationship Id="rId19" Target="../media/image98.png" Type="http://schemas.openxmlformats.org/officeDocument/2006/relationships/image"/><Relationship Id="rId2" Target="../media/image1.png" Type="http://schemas.openxmlformats.org/officeDocument/2006/relationships/image"/><Relationship Id="rId20" Target="../media/image99.svg" Type="http://schemas.openxmlformats.org/officeDocument/2006/relationships/image"/><Relationship Id="rId21" Target="../media/image100.png" Type="http://schemas.openxmlformats.org/officeDocument/2006/relationships/image"/><Relationship Id="rId22" Target="../media/image101.svg" Type="http://schemas.openxmlformats.org/officeDocument/2006/relationships/image"/><Relationship Id="rId23" Target="../media/image102.png" Type="http://schemas.openxmlformats.org/officeDocument/2006/relationships/image"/><Relationship Id="rId24" Target="../media/image103.svg" Type="http://schemas.openxmlformats.org/officeDocument/2006/relationships/image"/><Relationship Id="rId25" Target="../media/image104.png" Type="http://schemas.openxmlformats.org/officeDocument/2006/relationships/image"/><Relationship Id="rId26" Target="../media/image105.svg" Type="http://schemas.openxmlformats.org/officeDocument/2006/relationships/image"/><Relationship Id="rId27" Target="../media/image106.png" Type="http://schemas.openxmlformats.org/officeDocument/2006/relationships/image"/><Relationship Id="rId28" Target="../media/image107.svg" Type="http://schemas.openxmlformats.org/officeDocument/2006/relationships/image"/><Relationship Id="rId29" Target="../media/image108.png" Type="http://schemas.openxmlformats.org/officeDocument/2006/relationships/image"/><Relationship Id="rId3" Target="../media/image2.svg" Type="http://schemas.openxmlformats.org/officeDocument/2006/relationships/image"/><Relationship Id="rId30" Target="../media/image109.svg" Type="http://schemas.openxmlformats.org/officeDocument/2006/relationships/image"/><Relationship Id="rId31" Target="../media/image110.png" Type="http://schemas.openxmlformats.org/officeDocument/2006/relationships/image"/><Relationship Id="rId32" Target="../media/image111.svg" Type="http://schemas.openxmlformats.org/officeDocument/2006/relationships/image"/><Relationship Id="rId33" Target="../media/image112.png" Type="http://schemas.openxmlformats.org/officeDocument/2006/relationships/image"/><Relationship Id="rId34" Target="../media/image113.svg" Type="http://schemas.openxmlformats.org/officeDocument/2006/relationships/image"/><Relationship Id="rId35" Target="../media/image114.png" Type="http://schemas.openxmlformats.org/officeDocument/2006/relationships/image"/><Relationship Id="rId36" Target="../media/image115.svg" Type="http://schemas.openxmlformats.org/officeDocument/2006/relationships/image"/><Relationship Id="rId37" Target="../media/image116.png" Type="http://schemas.openxmlformats.org/officeDocument/2006/relationships/image"/><Relationship Id="rId38" Target="../media/image117.svg" Type="http://schemas.openxmlformats.org/officeDocument/2006/relationships/image"/><Relationship Id="rId39" Target="../media/image118.png" Type="http://schemas.openxmlformats.org/officeDocument/2006/relationships/image"/><Relationship Id="rId4" Target="../media/image3.png" Type="http://schemas.openxmlformats.org/officeDocument/2006/relationships/image"/><Relationship Id="rId40" Target="../media/image119.svg" Type="http://schemas.openxmlformats.org/officeDocument/2006/relationships/image"/><Relationship Id="rId41" Target="../media/image120.png" Type="http://schemas.openxmlformats.org/officeDocument/2006/relationships/image"/><Relationship Id="rId42" Target="../media/image121.svg" Type="http://schemas.openxmlformats.org/officeDocument/2006/relationships/image"/><Relationship Id="rId43" Target="../media/image122.png" Type="http://schemas.openxmlformats.org/officeDocument/2006/relationships/image"/><Relationship Id="rId44" Target="../media/image123.svg" Type="http://schemas.openxmlformats.org/officeDocument/2006/relationships/image"/><Relationship Id="rId45" Target="../media/image124.png" Type="http://schemas.openxmlformats.org/officeDocument/2006/relationships/image"/><Relationship Id="rId46" Target="../media/image125.svg" Type="http://schemas.openxmlformats.org/officeDocument/2006/relationships/image"/><Relationship Id="rId47" Target="../media/image126.png" Type="http://schemas.openxmlformats.org/officeDocument/2006/relationships/image"/><Relationship Id="rId48" Target="../media/image127.svg" Type="http://schemas.openxmlformats.org/officeDocument/2006/relationships/image"/><Relationship Id="rId49" Target="../media/image27.png" Type="http://schemas.openxmlformats.org/officeDocument/2006/relationships/image"/><Relationship Id="rId5" Target="../media/image4.svg" Type="http://schemas.openxmlformats.org/officeDocument/2006/relationships/image"/><Relationship Id="rId50" Target="../media/image28.svg" Type="http://schemas.openxmlformats.org/officeDocument/2006/relationships/image"/><Relationship Id="rId51" Target="../media/image29.png" Type="http://schemas.openxmlformats.org/officeDocument/2006/relationships/image"/><Relationship Id="rId52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86.png" Type="http://schemas.openxmlformats.org/officeDocument/2006/relationships/image"/><Relationship Id="rId8" Target="../media/image87.sv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svg" Type="http://schemas.openxmlformats.org/officeDocument/2006/relationships/image"/><Relationship Id="rId11" Target="../media/image132.png" Type="http://schemas.openxmlformats.org/officeDocument/2006/relationships/image"/><Relationship Id="rId12" Target="../media/image133.svg" Type="http://schemas.openxmlformats.org/officeDocument/2006/relationships/image"/><Relationship Id="rId13" Target="../media/image134.png" Type="http://schemas.openxmlformats.org/officeDocument/2006/relationships/image"/><Relationship Id="rId14" Target="../media/image135.svg" Type="http://schemas.openxmlformats.org/officeDocument/2006/relationships/image"/><Relationship Id="rId15" Target="../media/image136.svg" Type="http://schemas.openxmlformats.org/officeDocument/2006/relationships/image"/><Relationship Id="rId16" Target="../media/image137.svg" Type="http://schemas.openxmlformats.org/officeDocument/2006/relationships/image"/><Relationship Id="rId17" Target="../media/image138.png" Type="http://schemas.openxmlformats.org/officeDocument/2006/relationships/image"/><Relationship Id="rId18" Target="../media/image139.svg" Type="http://schemas.openxmlformats.org/officeDocument/2006/relationships/image"/><Relationship Id="rId19" Target="../media/image140.png" Type="http://schemas.openxmlformats.org/officeDocument/2006/relationships/image"/><Relationship Id="rId2" Target="../media/image1.png" Type="http://schemas.openxmlformats.org/officeDocument/2006/relationships/image"/><Relationship Id="rId20" Target="../media/image65.png" Type="http://schemas.openxmlformats.org/officeDocument/2006/relationships/image"/><Relationship Id="rId21" Target="../media/image141.svg" Type="http://schemas.openxmlformats.org/officeDocument/2006/relationships/image"/><Relationship Id="rId22" Target="../media/image67.png" Type="http://schemas.openxmlformats.org/officeDocument/2006/relationships/image"/><Relationship Id="rId23" Target="../media/image142.svg" Type="http://schemas.openxmlformats.org/officeDocument/2006/relationships/image"/><Relationship Id="rId24" Target="../media/image143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128.png" Type="http://schemas.openxmlformats.org/officeDocument/2006/relationships/image"/><Relationship Id="rId8" Target="../media/image129.sv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svg" Type="http://schemas.openxmlformats.org/officeDocument/2006/relationships/image"/><Relationship Id="rId11" Target="../media/image148.png" Type="http://schemas.openxmlformats.org/officeDocument/2006/relationships/image"/><Relationship Id="rId12" Target="../media/image149.svg" Type="http://schemas.openxmlformats.org/officeDocument/2006/relationships/image"/><Relationship Id="rId13" Target="../media/image150.png" Type="http://schemas.openxmlformats.org/officeDocument/2006/relationships/image"/><Relationship Id="rId14" Target="../media/image42.png" Type="http://schemas.openxmlformats.org/officeDocument/2006/relationships/image"/><Relationship Id="rId15" Target="../media/image151.svg" Type="http://schemas.openxmlformats.org/officeDocument/2006/relationships/image"/><Relationship Id="rId16" Target="../media/image152.png" Type="http://schemas.openxmlformats.org/officeDocument/2006/relationships/image"/><Relationship Id="rId17" Target="../media/image153.svg" Type="http://schemas.openxmlformats.org/officeDocument/2006/relationships/image"/><Relationship Id="rId18" Target="../media/image154.svg" Type="http://schemas.openxmlformats.org/officeDocument/2006/relationships/image"/><Relationship Id="rId19" Target="../media/image44.png" Type="http://schemas.openxmlformats.org/officeDocument/2006/relationships/image"/><Relationship Id="rId2" Target="../media/image1.png" Type="http://schemas.openxmlformats.org/officeDocument/2006/relationships/image"/><Relationship Id="rId20" Target="../media/image155.svg" Type="http://schemas.openxmlformats.org/officeDocument/2006/relationships/image"/><Relationship Id="rId21" Target="../media/image156.png" Type="http://schemas.openxmlformats.org/officeDocument/2006/relationships/image"/><Relationship Id="rId22" Target="../media/image157.svg" Type="http://schemas.openxmlformats.org/officeDocument/2006/relationships/image"/><Relationship Id="rId23" Target="../media/image158.svg" Type="http://schemas.openxmlformats.org/officeDocument/2006/relationships/image"/><Relationship Id="rId24" Target="../media/image27.png" Type="http://schemas.openxmlformats.org/officeDocument/2006/relationships/image"/><Relationship Id="rId25" Target="../media/image28.svg" Type="http://schemas.openxmlformats.org/officeDocument/2006/relationships/image"/><Relationship Id="rId26" Target="../media/image29.png" Type="http://schemas.openxmlformats.org/officeDocument/2006/relationships/image"/><Relationship Id="rId27" Target="../media/image3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144.png" Type="http://schemas.openxmlformats.org/officeDocument/2006/relationships/image"/><Relationship Id="rId8" Target="../media/image145.svg" Type="http://schemas.openxmlformats.org/officeDocument/2006/relationships/image"/><Relationship Id="rId9" Target="../media/image1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2.png" Type="http://schemas.openxmlformats.org/officeDocument/2006/relationships/image"/><Relationship Id="rId11" Target="../media/image163.svg" Type="http://schemas.openxmlformats.org/officeDocument/2006/relationships/image"/><Relationship Id="rId12" Target="../media/image164.png" Type="http://schemas.openxmlformats.org/officeDocument/2006/relationships/image"/><Relationship Id="rId13" Target="../media/image165.png" Type="http://schemas.openxmlformats.org/officeDocument/2006/relationships/image"/><Relationship Id="rId14" Target="../media/image166.svg" Type="http://schemas.openxmlformats.org/officeDocument/2006/relationships/image"/><Relationship Id="rId15" Target="../media/image61.png" Type="http://schemas.openxmlformats.org/officeDocument/2006/relationships/image"/><Relationship Id="rId16" Target="../media/image167.svg" Type="http://schemas.openxmlformats.org/officeDocument/2006/relationships/image"/><Relationship Id="rId17" Target="../media/image168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65.png" Type="http://schemas.openxmlformats.org/officeDocument/2006/relationships/image"/><Relationship Id="rId23" Target="../media/image169.svg" Type="http://schemas.openxmlformats.org/officeDocument/2006/relationships/image"/><Relationship Id="rId24" Target="../media/image67.png" Type="http://schemas.openxmlformats.org/officeDocument/2006/relationships/image"/><Relationship Id="rId25" Target="../media/image170.svg" Type="http://schemas.openxmlformats.org/officeDocument/2006/relationships/image"/><Relationship Id="rId26" Target="../media/image171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159.png" Type="http://schemas.openxmlformats.org/officeDocument/2006/relationships/image"/><Relationship Id="rId8" Target="../media/image160.svg" Type="http://schemas.openxmlformats.org/officeDocument/2006/relationships/image"/><Relationship Id="rId9" Target="../media/image16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76.svg" Type="http://schemas.openxmlformats.org/officeDocument/2006/relationships/image"/><Relationship Id="rId12" Target="../media/image11.png" Type="http://schemas.openxmlformats.org/officeDocument/2006/relationships/image"/><Relationship Id="rId13" Target="../media/image177.svg" Type="http://schemas.openxmlformats.org/officeDocument/2006/relationships/image"/><Relationship Id="rId14" Target="../media/image178.png" Type="http://schemas.openxmlformats.org/officeDocument/2006/relationships/image"/><Relationship Id="rId15" Target="../media/image179.svg" Type="http://schemas.openxmlformats.org/officeDocument/2006/relationships/image"/><Relationship Id="rId16" Target="../media/image180.png" Type="http://schemas.openxmlformats.org/officeDocument/2006/relationships/image"/><Relationship Id="rId17" Target="../media/image18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172.png" Type="http://schemas.openxmlformats.org/officeDocument/2006/relationships/image"/><Relationship Id="rId8" Target="../media/image173.svg" Type="http://schemas.openxmlformats.org/officeDocument/2006/relationships/image"/><Relationship Id="rId9" Target="../media/image17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33721" y="-650082"/>
            <a:ext cx="12859441" cy="8158163"/>
            <a:chOff x="0" y="0"/>
            <a:chExt cx="17145922" cy="10877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45922" cy="10877551"/>
            </a:xfrm>
            <a:custGeom>
              <a:avLst/>
              <a:gdLst/>
              <a:ahLst/>
              <a:cxnLst/>
              <a:rect r="r" b="b" t="t" l="l"/>
              <a:pathLst>
                <a:path h="10877551" w="17145922">
                  <a:moveTo>
                    <a:pt x="0" y="0"/>
                  </a:moveTo>
                  <a:lnTo>
                    <a:pt x="17145922" y="0"/>
                  </a:lnTo>
                  <a:lnTo>
                    <a:pt x="17145922" y="10877551"/>
                  </a:lnTo>
                  <a:lnTo>
                    <a:pt x="0" y="10877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392" t="0" r="-639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1025" y="2576436"/>
            <a:ext cx="11029950" cy="742950"/>
          </a:xfrm>
          <a:custGeom>
            <a:avLst/>
            <a:gdLst/>
            <a:ahLst/>
            <a:cxnLst/>
            <a:rect r="r" b="b" t="t" l="l"/>
            <a:pathLst>
              <a:path h="742950" w="11029950">
                <a:moveTo>
                  <a:pt x="0" y="0"/>
                </a:moveTo>
                <a:lnTo>
                  <a:pt x="11029950" y="0"/>
                </a:lnTo>
                <a:lnTo>
                  <a:pt x="110299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1025" y="2576436"/>
            <a:ext cx="11029950" cy="742950"/>
            <a:chOff x="0" y="0"/>
            <a:chExt cx="14706600" cy="990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06600" cy="990600"/>
            </a:xfrm>
            <a:custGeom>
              <a:avLst/>
              <a:gdLst/>
              <a:ahLst/>
              <a:cxnLst/>
              <a:rect r="r" b="b" t="t" l="l"/>
              <a:pathLst>
                <a:path h="990600" w="14706600">
                  <a:moveTo>
                    <a:pt x="0" y="0"/>
                  </a:moveTo>
                  <a:lnTo>
                    <a:pt x="14706600" y="0"/>
                  </a:lnTo>
                  <a:lnTo>
                    <a:pt x="14706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04800" y="581025"/>
            <a:ext cx="11582400" cy="838200"/>
          </a:xfrm>
          <a:custGeom>
            <a:avLst/>
            <a:gdLst/>
            <a:ahLst/>
            <a:cxnLst/>
            <a:rect r="r" b="b" t="t" l="l"/>
            <a:pathLst>
              <a:path h="838200" w="11582400">
                <a:moveTo>
                  <a:pt x="0" y="0"/>
                </a:moveTo>
                <a:lnTo>
                  <a:pt x="11582400" y="0"/>
                </a:lnTo>
                <a:lnTo>
                  <a:pt x="115824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51448" y="1562510"/>
            <a:ext cx="13110890" cy="475524"/>
          </a:xfrm>
          <a:custGeom>
            <a:avLst/>
            <a:gdLst/>
            <a:ahLst/>
            <a:cxnLst/>
            <a:rect r="r" b="b" t="t" l="l"/>
            <a:pathLst>
              <a:path h="475524" w="13110890">
                <a:moveTo>
                  <a:pt x="0" y="0"/>
                </a:moveTo>
                <a:lnTo>
                  <a:pt x="13110890" y="0"/>
                </a:lnTo>
                <a:lnTo>
                  <a:pt x="13110890" y="475525"/>
                </a:lnTo>
                <a:lnTo>
                  <a:pt x="0" y="475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1025" y="3043161"/>
            <a:ext cx="11029950" cy="276225"/>
          </a:xfrm>
          <a:custGeom>
            <a:avLst/>
            <a:gdLst/>
            <a:ahLst/>
            <a:cxnLst/>
            <a:rect r="r" b="b" t="t" l="l"/>
            <a:pathLst>
              <a:path h="276225" w="11029950">
                <a:moveTo>
                  <a:pt x="0" y="0"/>
                </a:moveTo>
                <a:lnTo>
                  <a:pt x="11029950" y="0"/>
                </a:lnTo>
                <a:lnTo>
                  <a:pt x="110299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2623" y="286160"/>
            <a:ext cx="1166675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CIBERSEGURIDAD </a:t>
            </a:r>
            <a:r>
              <a:rPr lang="en-US" b="true" sz="6000">
                <a:solidFill>
                  <a:srgbClr val="0EA5E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ESTRATÉGICA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36491" y="1724072"/>
            <a:ext cx="671901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spc="49">
                <a:solidFill>
                  <a:srgbClr val="38BDF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RESILIENCIA EN LA ERA DE LA INTELIGENCIA ARTIFICIAL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6949" y="3814686"/>
            <a:ext cx="56181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55">
                <a:solidFill>
                  <a:srgbClr val="64748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Luis Antonio Canales Guerrero | UNIT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09750" y="4653858"/>
            <a:ext cx="8572500" cy="609600"/>
          </a:xfrm>
          <a:custGeom>
            <a:avLst/>
            <a:gdLst/>
            <a:ahLst/>
            <a:cxnLst/>
            <a:rect r="r" b="b" t="t" l="l"/>
            <a:pathLst>
              <a:path h="609600" w="8572500">
                <a:moveTo>
                  <a:pt x="0" y="0"/>
                </a:moveTo>
                <a:lnTo>
                  <a:pt x="8572500" y="0"/>
                </a:lnTo>
                <a:lnTo>
                  <a:pt x="85725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38912" y="2272608"/>
            <a:ext cx="19050" cy="1905000"/>
          </a:xfrm>
          <a:custGeom>
            <a:avLst/>
            <a:gdLst/>
            <a:ahLst/>
            <a:cxnLst/>
            <a:rect r="r" b="b" t="t" l="l"/>
            <a:pathLst>
              <a:path h="1905000" w="19050">
                <a:moveTo>
                  <a:pt x="0" y="0"/>
                </a:moveTo>
                <a:lnTo>
                  <a:pt x="19050" y="0"/>
                </a:lnTo>
                <a:lnTo>
                  <a:pt x="1905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4988" y="2301183"/>
            <a:ext cx="3971925" cy="1428750"/>
          </a:xfrm>
          <a:custGeom>
            <a:avLst/>
            <a:gdLst/>
            <a:ahLst/>
            <a:cxnLst/>
            <a:rect r="r" b="b" t="t" l="l"/>
            <a:pathLst>
              <a:path h="1428750" w="3971925">
                <a:moveTo>
                  <a:pt x="0" y="0"/>
                </a:moveTo>
                <a:lnTo>
                  <a:pt x="3971924" y="0"/>
                </a:lnTo>
                <a:lnTo>
                  <a:pt x="3971924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4988" y="3825183"/>
            <a:ext cx="3971925" cy="323850"/>
          </a:xfrm>
          <a:custGeom>
            <a:avLst/>
            <a:gdLst/>
            <a:ahLst/>
            <a:cxnLst/>
            <a:rect r="r" b="b" t="t" l="l"/>
            <a:pathLst>
              <a:path h="323850" w="3971925">
                <a:moveTo>
                  <a:pt x="0" y="0"/>
                </a:moveTo>
                <a:lnTo>
                  <a:pt x="3971924" y="0"/>
                </a:lnTo>
                <a:lnTo>
                  <a:pt x="3971924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19962" y="2301183"/>
            <a:ext cx="3067050" cy="1428750"/>
          </a:xfrm>
          <a:custGeom>
            <a:avLst/>
            <a:gdLst/>
            <a:ahLst/>
            <a:cxnLst/>
            <a:rect r="r" b="b" t="t" l="l"/>
            <a:pathLst>
              <a:path h="1428750" w="3067050">
                <a:moveTo>
                  <a:pt x="0" y="0"/>
                </a:moveTo>
                <a:lnTo>
                  <a:pt x="3067050" y="0"/>
                </a:lnTo>
                <a:lnTo>
                  <a:pt x="30670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19962" y="3825183"/>
            <a:ext cx="3067050" cy="323850"/>
          </a:xfrm>
          <a:custGeom>
            <a:avLst/>
            <a:gdLst/>
            <a:ahLst/>
            <a:cxnLst/>
            <a:rect r="r" b="b" t="t" l="l"/>
            <a:pathLst>
              <a:path h="323850" w="3067050">
                <a:moveTo>
                  <a:pt x="0" y="0"/>
                </a:moveTo>
                <a:lnTo>
                  <a:pt x="3067050" y="0"/>
                </a:lnTo>
                <a:lnTo>
                  <a:pt x="3067050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54525" y="5225358"/>
            <a:ext cx="104829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46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 ciberdelincuencia representa hoy la tercera economía más grande del mundo. La inversión en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4795" y="5706370"/>
            <a:ext cx="630335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46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defensa ya no es opcional, es una condición de existencia.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8862" y="518351"/>
            <a:ext cx="9793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0027" y="2620270"/>
            <a:ext cx="3405769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2"/>
              </a:lnSpc>
            </a:pPr>
            <a:r>
              <a:rPr lang="en-US" b="true" sz="11250">
                <a:solidFill>
                  <a:srgbClr val="0EA5E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$10.5</a:t>
            </a:r>
          </a:p>
          <a:p>
            <a:pPr algn="ctr">
              <a:lnSpc>
                <a:spcPts val="10282"/>
              </a:lnSpc>
            </a:pPr>
            <a:r>
              <a:rPr lang="en-US" b="true" sz="11250">
                <a:solidFill>
                  <a:srgbClr val="0EA5E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59644" y="2096395"/>
            <a:ext cx="3112465" cy="205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50"/>
              </a:lnSpc>
            </a:pPr>
            <a:r>
              <a:rPr lang="en-US" b="true" sz="11250">
                <a:solidFill>
                  <a:srgbClr val="0EA5E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43%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9625" y="518351"/>
            <a:ext cx="401726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El</a:t>
            </a:r>
            <a:r>
              <a:rPr lang="en-US" sz="3150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Costo</a:t>
            </a:r>
            <a:r>
              <a:rPr lang="en-US" sz="3150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</a:t>
            </a:r>
            <a:r>
              <a:rPr lang="en-US" sz="3150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la</a:t>
            </a:r>
            <a:r>
              <a:rPr lang="en-US" sz="3150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Inacción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1025" y="2177282"/>
            <a:ext cx="3486150" cy="3371850"/>
          </a:xfrm>
          <a:custGeom>
            <a:avLst/>
            <a:gdLst/>
            <a:ahLst/>
            <a:cxnLst/>
            <a:rect r="r" b="b" t="t" l="l"/>
            <a:pathLst>
              <a:path h="3371850" w="3486150">
                <a:moveTo>
                  <a:pt x="0" y="0"/>
                </a:moveTo>
                <a:lnTo>
                  <a:pt x="3486150" y="0"/>
                </a:lnTo>
                <a:lnTo>
                  <a:pt x="34861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1025" y="2177282"/>
            <a:ext cx="3486150" cy="3371850"/>
            <a:chOff x="0" y="0"/>
            <a:chExt cx="4648200" cy="4495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482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4495800"/>
                  </a:lnTo>
                  <a:lnTo>
                    <a:pt x="0" y="449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352925" y="2177282"/>
            <a:ext cx="3486150" cy="3371850"/>
          </a:xfrm>
          <a:custGeom>
            <a:avLst/>
            <a:gdLst/>
            <a:ahLst/>
            <a:cxnLst/>
            <a:rect r="r" b="b" t="t" l="l"/>
            <a:pathLst>
              <a:path h="3371850" w="3486150">
                <a:moveTo>
                  <a:pt x="0" y="0"/>
                </a:moveTo>
                <a:lnTo>
                  <a:pt x="3486150" y="0"/>
                </a:lnTo>
                <a:lnTo>
                  <a:pt x="34861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2925" y="2177282"/>
            <a:ext cx="3486150" cy="3371850"/>
            <a:chOff x="0" y="0"/>
            <a:chExt cx="4648200" cy="4495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482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4495800"/>
                  </a:lnTo>
                  <a:lnTo>
                    <a:pt x="0" y="449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124825" y="2177282"/>
            <a:ext cx="3486150" cy="3371850"/>
          </a:xfrm>
          <a:custGeom>
            <a:avLst/>
            <a:gdLst/>
            <a:ahLst/>
            <a:cxnLst/>
            <a:rect r="r" b="b" t="t" l="l"/>
            <a:pathLst>
              <a:path h="3371850" w="3486150">
                <a:moveTo>
                  <a:pt x="0" y="0"/>
                </a:moveTo>
                <a:lnTo>
                  <a:pt x="3486150" y="0"/>
                </a:lnTo>
                <a:lnTo>
                  <a:pt x="34861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124825" y="2177282"/>
            <a:ext cx="3486150" cy="3371850"/>
            <a:chOff x="0" y="0"/>
            <a:chExt cx="4648200" cy="4495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482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4495800"/>
                  </a:lnTo>
                  <a:lnTo>
                    <a:pt x="0" y="449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71550" y="2568769"/>
            <a:ext cx="571500" cy="457200"/>
          </a:xfrm>
          <a:custGeom>
            <a:avLst/>
            <a:gdLst/>
            <a:ahLst/>
            <a:cxnLst/>
            <a:rect r="r" b="b" t="t" l="l"/>
            <a:pathLst>
              <a:path h="457200" w="571500">
                <a:moveTo>
                  <a:pt x="0" y="0"/>
                </a:moveTo>
                <a:lnTo>
                  <a:pt x="571500" y="0"/>
                </a:lnTo>
                <a:lnTo>
                  <a:pt x="5715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71550" y="2568769"/>
            <a:ext cx="571500" cy="457200"/>
            <a:chOff x="0" y="0"/>
            <a:chExt cx="7620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67740" y="3263132"/>
            <a:ext cx="2847975" cy="295275"/>
          </a:xfrm>
          <a:custGeom>
            <a:avLst/>
            <a:gdLst/>
            <a:ahLst/>
            <a:cxnLst/>
            <a:rect r="r" b="b" t="t" l="l"/>
            <a:pathLst>
              <a:path h="295275" w="2847975">
                <a:moveTo>
                  <a:pt x="0" y="0"/>
                </a:moveTo>
                <a:lnTo>
                  <a:pt x="2847975" y="0"/>
                </a:lnTo>
                <a:lnTo>
                  <a:pt x="28479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1550" y="3747935"/>
            <a:ext cx="2705100" cy="1219200"/>
          </a:xfrm>
          <a:custGeom>
            <a:avLst/>
            <a:gdLst/>
            <a:ahLst/>
            <a:cxnLst/>
            <a:rect r="r" b="b" t="t" l="l"/>
            <a:pathLst>
              <a:path h="1219200" w="2705100">
                <a:moveTo>
                  <a:pt x="0" y="0"/>
                </a:moveTo>
                <a:lnTo>
                  <a:pt x="2705100" y="0"/>
                </a:lnTo>
                <a:lnTo>
                  <a:pt x="2705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743450" y="2568769"/>
            <a:ext cx="400050" cy="457200"/>
          </a:xfrm>
          <a:custGeom>
            <a:avLst/>
            <a:gdLst/>
            <a:ahLst/>
            <a:cxnLst/>
            <a:rect r="r" b="b" t="t" l="l"/>
            <a:pathLst>
              <a:path h="457200" w="400050">
                <a:moveTo>
                  <a:pt x="0" y="0"/>
                </a:moveTo>
                <a:lnTo>
                  <a:pt x="400050" y="0"/>
                </a:lnTo>
                <a:lnTo>
                  <a:pt x="400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743450" y="2568769"/>
            <a:ext cx="400050" cy="457200"/>
            <a:chOff x="0" y="0"/>
            <a:chExt cx="5334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4739640" y="3263132"/>
            <a:ext cx="2847975" cy="295275"/>
          </a:xfrm>
          <a:custGeom>
            <a:avLst/>
            <a:gdLst/>
            <a:ahLst/>
            <a:cxnLst/>
            <a:rect r="r" b="b" t="t" l="l"/>
            <a:pathLst>
              <a:path h="295275" w="2847975">
                <a:moveTo>
                  <a:pt x="0" y="0"/>
                </a:moveTo>
                <a:lnTo>
                  <a:pt x="2847975" y="0"/>
                </a:lnTo>
                <a:lnTo>
                  <a:pt x="28479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743450" y="3747935"/>
            <a:ext cx="2705100" cy="1219200"/>
          </a:xfrm>
          <a:custGeom>
            <a:avLst/>
            <a:gdLst/>
            <a:ahLst/>
            <a:cxnLst/>
            <a:rect r="r" b="b" t="t" l="l"/>
            <a:pathLst>
              <a:path h="1219200" w="2705100">
                <a:moveTo>
                  <a:pt x="0" y="0"/>
                </a:moveTo>
                <a:lnTo>
                  <a:pt x="2705100" y="0"/>
                </a:lnTo>
                <a:lnTo>
                  <a:pt x="2705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515350" y="2568769"/>
            <a:ext cx="400050" cy="457200"/>
          </a:xfrm>
          <a:custGeom>
            <a:avLst/>
            <a:gdLst/>
            <a:ahLst/>
            <a:cxnLst/>
            <a:rect r="r" b="b" t="t" l="l"/>
            <a:pathLst>
              <a:path h="457200" w="400050">
                <a:moveTo>
                  <a:pt x="0" y="0"/>
                </a:moveTo>
                <a:lnTo>
                  <a:pt x="400050" y="0"/>
                </a:lnTo>
                <a:lnTo>
                  <a:pt x="400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515350" y="2568769"/>
            <a:ext cx="400050" cy="457200"/>
            <a:chOff x="0" y="0"/>
            <a:chExt cx="5334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8511540" y="3263132"/>
            <a:ext cx="2847975" cy="295275"/>
          </a:xfrm>
          <a:custGeom>
            <a:avLst/>
            <a:gdLst/>
            <a:ahLst/>
            <a:cxnLst/>
            <a:rect r="r" b="b" t="t" l="l"/>
            <a:pathLst>
              <a:path h="295275" w="2847975">
                <a:moveTo>
                  <a:pt x="0" y="0"/>
                </a:moveTo>
                <a:lnTo>
                  <a:pt x="2847975" y="0"/>
                </a:lnTo>
                <a:lnTo>
                  <a:pt x="28479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515350" y="3747935"/>
            <a:ext cx="2705100" cy="1219200"/>
          </a:xfrm>
          <a:custGeom>
            <a:avLst/>
            <a:gdLst/>
            <a:ahLst/>
            <a:cxnLst/>
            <a:rect r="r" b="b" t="t" l="l"/>
            <a:pathLst>
              <a:path h="1219200" w="2705100">
                <a:moveTo>
                  <a:pt x="0" y="0"/>
                </a:moveTo>
                <a:lnTo>
                  <a:pt x="2705100" y="0"/>
                </a:lnTo>
                <a:lnTo>
                  <a:pt x="2705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71550" y="3123886"/>
            <a:ext cx="2597144" cy="19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Confidencialidad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Protección contra accesos no autorizados. Garantizada mediante cifrado y protocolos Zero Trust.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43450" y="3123886"/>
            <a:ext cx="2583932" cy="19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Integridad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Precisión y consistencia de los datos. Implementada con hashes criptográficos y firmas digitales.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15350" y="3123886"/>
            <a:ext cx="2605888" cy="19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Disponibilidad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Acceso ininterrumpido a servicios críticos. Resiliencia mediante alta disponibilidad y DR.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9625" y="518351"/>
            <a:ext cx="5609882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Tríada CIA: El Core del ISMS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381750" y="2367858"/>
            <a:ext cx="5229225" cy="2990850"/>
          </a:xfrm>
          <a:custGeom>
            <a:avLst/>
            <a:gdLst/>
            <a:ahLst/>
            <a:cxnLst/>
            <a:rect r="r" b="b" t="t" l="l"/>
            <a:pathLst>
              <a:path h="2990850" w="5229225">
                <a:moveTo>
                  <a:pt x="0" y="0"/>
                </a:moveTo>
                <a:lnTo>
                  <a:pt x="5229225" y="0"/>
                </a:lnTo>
                <a:lnTo>
                  <a:pt x="5229225" y="2990850"/>
                </a:lnTo>
                <a:lnTo>
                  <a:pt x="0" y="2990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81750" y="2367858"/>
            <a:ext cx="5229225" cy="2990850"/>
            <a:chOff x="0" y="0"/>
            <a:chExt cx="6972300" cy="3987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72300" cy="3987800"/>
            </a:xfrm>
            <a:custGeom>
              <a:avLst/>
              <a:gdLst/>
              <a:ahLst/>
              <a:cxnLst/>
              <a:rect r="r" b="b" t="t" l="l"/>
              <a:pathLst>
                <a:path h="39878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3987800"/>
                  </a:lnTo>
                  <a:lnTo>
                    <a:pt x="0" y="398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391275" y="2377383"/>
            <a:ext cx="5210175" cy="2971800"/>
          </a:xfrm>
          <a:custGeom>
            <a:avLst/>
            <a:gdLst/>
            <a:ahLst/>
            <a:cxnLst/>
            <a:rect r="r" b="b" t="t" l="l"/>
            <a:pathLst>
              <a:path h="2971800" w="5210175">
                <a:moveTo>
                  <a:pt x="0" y="0"/>
                </a:moveTo>
                <a:lnTo>
                  <a:pt x="5210175" y="0"/>
                </a:lnTo>
                <a:lnTo>
                  <a:pt x="5210175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91275" y="2377383"/>
            <a:ext cx="5210175" cy="2971800"/>
            <a:chOff x="0" y="0"/>
            <a:chExt cx="6946900" cy="396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69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6946900">
                  <a:moveTo>
                    <a:pt x="0" y="0"/>
                  </a:moveTo>
                  <a:lnTo>
                    <a:pt x="6946900" y="0"/>
                  </a:lnTo>
                  <a:lnTo>
                    <a:pt x="6946900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62025" y="2710758"/>
            <a:ext cx="4848225" cy="609600"/>
          </a:xfrm>
          <a:custGeom>
            <a:avLst/>
            <a:gdLst/>
            <a:ahLst/>
            <a:cxnLst/>
            <a:rect r="r" b="b" t="t" l="l"/>
            <a:pathLst>
              <a:path h="609600" w="4848225">
                <a:moveTo>
                  <a:pt x="0" y="0"/>
                </a:moveTo>
                <a:lnTo>
                  <a:pt x="4848225" y="0"/>
                </a:lnTo>
                <a:lnTo>
                  <a:pt x="4848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2025" y="3529908"/>
            <a:ext cx="4848225" cy="609600"/>
          </a:xfrm>
          <a:custGeom>
            <a:avLst/>
            <a:gdLst/>
            <a:ahLst/>
            <a:cxnLst/>
            <a:rect r="r" b="b" t="t" l="l"/>
            <a:pathLst>
              <a:path h="609600" w="4848225">
                <a:moveTo>
                  <a:pt x="0" y="0"/>
                </a:moveTo>
                <a:lnTo>
                  <a:pt x="4848225" y="0"/>
                </a:lnTo>
                <a:lnTo>
                  <a:pt x="4848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2025" y="4349058"/>
            <a:ext cx="4848225" cy="609600"/>
          </a:xfrm>
          <a:custGeom>
            <a:avLst/>
            <a:gdLst/>
            <a:ahLst/>
            <a:cxnLst/>
            <a:rect r="r" b="b" t="t" l="l"/>
            <a:pathLst>
              <a:path h="609600" w="4848225">
                <a:moveTo>
                  <a:pt x="0" y="0"/>
                </a:moveTo>
                <a:lnTo>
                  <a:pt x="4848225" y="0"/>
                </a:lnTo>
                <a:lnTo>
                  <a:pt x="4848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1025" y="2710758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81025" y="2710758"/>
            <a:ext cx="142875" cy="200025"/>
            <a:chOff x="0" y="0"/>
            <a:chExt cx="190500" cy="266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81025" y="3529908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1025" y="3529908"/>
            <a:ext cx="142875" cy="200025"/>
            <a:chOff x="0" y="0"/>
            <a:chExt cx="190500" cy="266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581025" y="4349058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81025" y="4349058"/>
            <a:ext cx="142875" cy="200025"/>
            <a:chOff x="0" y="0"/>
            <a:chExt cx="190500" cy="266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2025" y="3436563"/>
            <a:ext cx="4898069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1500" spc="34">
                <a:solidFill>
                  <a:srgbClr val="94A3B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79% sin malware:</a:t>
            </a: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Ataques basados exclusivamente en el robo de identidades.</a:t>
            </a:r>
          </a:p>
          <a:p>
            <a:pPr algn="l">
              <a:lnSpc>
                <a:spcPts val="3750"/>
              </a:lnSpc>
            </a:pPr>
            <a:r>
              <a:rPr lang="en-US" b="true" sz="1500" spc="34">
                <a:solidFill>
                  <a:srgbClr val="94A3B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Déficit de Talento:</a:t>
            </a: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4 millones de vacantes sin cubrir a </a:t>
            </a:r>
          </a:p>
          <a:p>
            <a:pPr algn="l">
              <a:lnSpc>
                <a:spcPts val="201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nivel global.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025" y="2684088"/>
            <a:ext cx="492488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34">
                <a:solidFill>
                  <a:srgbClr val="94A3B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Propagación Crítica:</a:t>
            </a: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Récords de intrusión en 27 segundos.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9625" y="518351"/>
            <a:ext cx="449019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Velocidad del Adversario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1025" y="2315394"/>
            <a:ext cx="5229225" cy="3095625"/>
          </a:xfrm>
          <a:custGeom>
            <a:avLst/>
            <a:gdLst/>
            <a:ahLst/>
            <a:cxnLst/>
            <a:rect r="r" b="b" t="t" l="l"/>
            <a:pathLst>
              <a:path h="3095625" w="5229225">
                <a:moveTo>
                  <a:pt x="0" y="0"/>
                </a:moveTo>
                <a:lnTo>
                  <a:pt x="5229225" y="0"/>
                </a:lnTo>
                <a:lnTo>
                  <a:pt x="5229225" y="3095625"/>
                </a:lnTo>
                <a:lnTo>
                  <a:pt x="0" y="30956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1025" y="2315394"/>
            <a:ext cx="5229225" cy="3095625"/>
            <a:chOff x="0" y="0"/>
            <a:chExt cx="6972300" cy="4127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72300" cy="4127500"/>
            </a:xfrm>
            <a:custGeom>
              <a:avLst/>
              <a:gdLst/>
              <a:ahLst/>
              <a:cxnLst/>
              <a:rect r="r" b="b" t="t" l="l"/>
              <a:pathLst>
                <a:path h="41275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4127500"/>
                  </a:lnTo>
                  <a:lnTo>
                    <a:pt x="0" y="412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381750" y="2315394"/>
            <a:ext cx="5229225" cy="3095625"/>
          </a:xfrm>
          <a:custGeom>
            <a:avLst/>
            <a:gdLst/>
            <a:ahLst/>
            <a:cxnLst/>
            <a:rect r="r" b="b" t="t" l="l"/>
            <a:pathLst>
              <a:path h="3095625" w="5229225">
                <a:moveTo>
                  <a:pt x="0" y="0"/>
                </a:moveTo>
                <a:lnTo>
                  <a:pt x="5229225" y="0"/>
                </a:lnTo>
                <a:lnTo>
                  <a:pt x="5229225" y="3095625"/>
                </a:lnTo>
                <a:lnTo>
                  <a:pt x="0" y="30956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81750" y="2315394"/>
            <a:ext cx="5229225" cy="3095625"/>
            <a:chOff x="0" y="0"/>
            <a:chExt cx="6972300" cy="412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2300" cy="4127500"/>
            </a:xfrm>
            <a:custGeom>
              <a:avLst/>
              <a:gdLst/>
              <a:ahLst/>
              <a:cxnLst/>
              <a:rect r="r" b="b" t="t" l="l"/>
              <a:pathLst>
                <a:path h="41275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4127500"/>
                  </a:lnTo>
                  <a:lnTo>
                    <a:pt x="0" y="412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71550" y="2735456"/>
            <a:ext cx="400050" cy="457200"/>
          </a:xfrm>
          <a:custGeom>
            <a:avLst/>
            <a:gdLst/>
            <a:ahLst/>
            <a:cxnLst/>
            <a:rect r="r" b="b" t="t" l="l"/>
            <a:pathLst>
              <a:path h="457200" w="400050">
                <a:moveTo>
                  <a:pt x="0" y="0"/>
                </a:moveTo>
                <a:lnTo>
                  <a:pt x="400050" y="0"/>
                </a:lnTo>
                <a:lnTo>
                  <a:pt x="400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71550" y="2735456"/>
            <a:ext cx="400050" cy="457200"/>
            <a:chOff x="0" y="0"/>
            <a:chExt cx="5334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68454" y="3429819"/>
            <a:ext cx="4676775" cy="295275"/>
          </a:xfrm>
          <a:custGeom>
            <a:avLst/>
            <a:gdLst/>
            <a:ahLst/>
            <a:cxnLst/>
            <a:rect r="r" b="b" t="t" l="l"/>
            <a:pathLst>
              <a:path h="295275" w="4676775">
                <a:moveTo>
                  <a:pt x="0" y="0"/>
                </a:moveTo>
                <a:lnTo>
                  <a:pt x="4676775" y="0"/>
                </a:lnTo>
                <a:lnTo>
                  <a:pt x="46767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1550" y="3914623"/>
            <a:ext cx="4448175" cy="914400"/>
          </a:xfrm>
          <a:custGeom>
            <a:avLst/>
            <a:gdLst/>
            <a:ahLst/>
            <a:cxnLst/>
            <a:rect r="r" b="b" t="t" l="l"/>
            <a:pathLst>
              <a:path h="914400" w="4448175">
                <a:moveTo>
                  <a:pt x="0" y="0"/>
                </a:moveTo>
                <a:lnTo>
                  <a:pt x="4448175" y="0"/>
                </a:lnTo>
                <a:lnTo>
                  <a:pt x="44481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72275" y="273545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772275" y="2735456"/>
            <a:ext cx="457200" cy="457200"/>
            <a:chOff x="0" y="0"/>
            <a:chExt cx="6096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769179" y="3429819"/>
            <a:ext cx="4676775" cy="295275"/>
          </a:xfrm>
          <a:custGeom>
            <a:avLst/>
            <a:gdLst/>
            <a:ahLst/>
            <a:cxnLst/>
            <a:rect r="r" b="b" t="t" l="l"/>
            <a:pathLst>
              <a:path h="295275" w="4676775">
                <a:moveTo>
                  <a:pt x="0" y="0"/>
                </a:moveTo>
                <a:lnTo>
                  <a:pt x="4676775" y="0"/>
                </a:lnTo>
                <a:lnTo>
                  <a:pt x="46767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72275" y="3914623"/>
            <a:ext cx="4448175" cy="914400"/>
          </a:xfrm>
          <a:custGeom>
            <a:avLst/>
            <a:gdLst/>
            <a:ahLst/>
            <a:cxnLst/>
            <a:rect r="r" b="b" t="t" l="l"/>
            <a:pathLst>
              <a:path h="914400" w="4448175">
                <a:moveTo>
                  <a:pt x="0" y="0"/>
                </a:moveTo>
                <a:lnTo>
                  <a:pt x="4448175" y="0"/>
                </a:lnTo>
                <a:lnTo>
                  <a:pt x="44481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71550" y="3290573"/>
            <a:ext cx="4333113" cy="158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IA Ofensiva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Incremento del 442% en vishing. Phishing generado por IA con tasas de éxito del 65% mediante Deepfakes.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72275" y="3290573"/>
            <a:ext cx="4429687" cy="158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IA Defensiva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Respuesta automatizada que reduce brechas en un 65%. Análisis predictivo de patrones de ataque en microsegundos.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9625" y="518351"/>
            <a:ext cx="640313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IA: La Nueva Carrera Armamentista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1015" y="2191626"/>
            <a:ext cx="11029950" cy="3343275"/>
          </a:xfrm>
          <a:custGeom>
            <a:avLst/>
            <a:gdLst/>
            <a:ahLst/>
            <a:cxnLst/>
            <a:rect r="r" b="b" t="t" l="l"/>
            <a:pathLst>
              <a:path h="3343275" w="11029950">
                <a:moveTo>
                  <a:pt x="0" y="0"/>
                </a:moveTo>
                <a:lnTo>
                  <a:pt x="11029950" y="0"/>
                </a:lnTo>
                <a:lnTo>
                  <a:pt x="1102995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8710" y="2187826"/>
            <a:ext cx="1666875" cy="676275"/>
          </a:xfrm>
          <a:custGeom>
            <a:avLst/>
            <a:gdLst/>
            <a:ahLst/>
            <a:cxnLst/>
            <a:rect r="r" b="b" t="t" l="l"/>
            <a:pathLst>
              <a:path h="676275" w="1666875">
                <a:moveTo>
                  <a:pt x="0" y="0"/>
                </a:moveTo>
                <a:lnTo>
                  <a:pt x="1666875" y="0"/>
                </a:lnTo>
                <a:lnTo>
                  <a:pt x="16668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43128" y="2187826"/>
            <a:ext cx="4829175" cy="676275"/>
          </a:xfrm>
          <a:custGeom>
            <a:avLst/>
            <a:gdLst/>
            <a:ahLst/>
            <a:cxnLst/>
            <a:rect r="r" b="b" t="t" l="l"/>
            <a:pathLst>
              <a:path h="676275" w="4829175">
                <a:moveTo>
                  <a:pt x="0" y="0"/>
                </a:moveTo>
                <a:lnTo>
                  <a:pt x="4829175" y="0"/>
                </a:lnTo>
                <a:lnTo>
                  <a:pt x="48291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69836" y="2187826"/>
            <a:ext cx="4543425" cy="676275"/>
          </a:xfrm>
          <a:custGeom>
            <a:avLst/>
            <a:gdLst/>
            <a:ahLst/>
            <a:cxnLst/>
            <a:rect r="r" b="b" t="t" l="l"/>
            <a:pathLst>
              <a:path h="676275" w="4543425">
                <a:moveTo>
                  <a:pt x="0" y="0"/>
                </a:moveTo>
                <a:lnTo>
                  <a:pt x="4543425" y="0"/>
                </a:lnTo>
                <a:lnTo>
                  <a:pt x="454342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8710" y="2856481"/>
            <a:ext cx="1666875" cy="676275"/>
          </a:xfrm>
          <a:custGeom>
            <a:avLst/>
            <a:gdLst/>
            <a:ahLst/>
            <a:cxnLst/>
            <a:rect r="r" b="b" t="t" l="l"/>
            <a:pathLst>
              <a:path h="676275" w="1666875">
                <a:moveTo>
                  <a:pt x="0" y="0"/>
                </a:moveTo>
                <a:lnTo>
                  <a:pt x="1666875" y="0"/>
                </a:lnTo>
                <a:lnTo>
                  <a:pt x="16668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43128" y="2856481"/>
            <a:ext cx="4829175" cy="676275"/>
          </a:xfrm>
          <a:custGeom>
            <a:avLst/>
            <a:gdLst/>
            <a:ahLst/>
            <a:cxnLst/>
            <a:rect r="r" b="b" t="t" l="l"/>
            <a:pathLst>
              <a:path h="676275" w="4829175">
                <a:moveTo>
                  <a:pt x="0" y="0"/>
                </a:moveTo>
                <a:lnTo>
                  <a:pt x="4829175" y="0"/>
                </a:lnTo>
                <a:lnTo>
                  <a:pt x="48291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69836" y="2856481"/>
            <a:ext cx="4543425" cy="676275"/>
          </a:xfrm>
          <a:custGeom>
            <a:avLst/>
            <a:gdLst/>
            <a:ahLst/>
            <a:cxnLst/>
            <a:rect r="r" b="b" t="t" l="l"/>
            <a:pathLst>
              <a:path h="676275" w="4543425">
                <a:moveTo>
                  <a:pt x="0" y="0"/>
                </a:moveTo>
                <a:lnTo>
                  <a:pt x="4543425" y="0"/>
                </a:lnTo>
                <a:lnTo>
                  <a:pt x="454342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8710" y="4193781"/>
            <a:ext cx="1666875" cy="676275"/>
          </a:xfrm>
          <a:custGeom>
            <a:avLst/>
            <a:gdLst/>
            <a:ahLst/>
            <a:cxnLst/>
            <a:rect r="r" b="b" t="t" l="l"/>
            <a:pathLst>
              <a:path h="676275" w="1666875">
                <a:moveTo>
                  <a:pt x="0" y="0"/>
                </a:moveTo>
                <a:lnTo>
                  <a:pt x="1666875" y="0"/>
                </a:lnTo>
                <a:lnTo>
                  <a:pt x="16668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43128" y="4193781"/>
            <a:ext cx="4829175" cy="676275"/>
          </a:xfrm>
          <a:custGeom>
            <a:avLst/>
            <a:gdLst/>
            <a:ahLst/>
            <a:cxnLst/>
            <a:rect r="r" b="b" t="t" l="l"/>
            <a:pathLst>
              <a:path h="676275" w="4829175">
                <a:moveTo>
                  <a:pt x="0" y="0"/>
                </a:moveTo>
                <a:lnTo>
                  <a:pt x="4829175" y="0"/>
                </a:lnTo>
                <a:lnTo>
                  <a:pt x="48291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69836" y="4193781"/>
            <a:ext cx="4543425" cy="676275"/>
          </a:xfrm>
          <a:custGeom>
            <a:avLst/>
            <a:gdLst/>
            <a:ahLst/>
            <a:cxnLst/>
            <a:rect r="r" b="b" t="t" l="l"/>
            <a:pathLst>
              <a:path h="676275" w="4543425">
                <a:moveTo>
                  <a:pt x="0" y="0"/>
                </a:moveTo>
                <a:lnTo>
                  <a:pt x="4543425" y="0"/>
                </a:lnTo>
                <a:lnTo>
                  <a:pt x="454342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8720" y="3434658"/>
            <a:ext cx="1666875" cy="9525"/>
          </a:xfrm>
          <a:custGeom>
            <a:avLst/>
            <a:gdLst/>
            <a:ahLst/>
            <a:cxnLst/>
            <a:rect r="r" b="b" t="t" l="l"/>
            <a:pathLst>
              <a:path h="9525" w="1666875">
                <a:moveTo>
                  <a:pt x="0" y="0"/>
                </a:moveTo>
                <a:lnTo>
                  <a:pt x="1666875" y="0"/>
                </a:lnTo>
                <a:lnTo>
                  <a:pt x="1666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43138" y="3434658"/>
            <a:ext cx="4829175" cy="9525"/>
          </a:xfrm>
          <a:custGeom>
            <a:avLst/>
            <a:gdLst/>
            <a:ahLst/>
            <a:cxnLst/>
            <a:rect r="r" b="b" t="t" l="l"/>
            <a:pathLst>
              <a:path h="9525" w="4829175">
                <a:moveTo>
                  <a:pt x="0" y="0"/>
                </a:moveTo>
                <a:lnTo>
                  <a:pt x="4829174" y="0"/>
                </a:lnTo>
                <a:lnTo>
                  <a:pt x="4829174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069855" y="3434658"/>
            <a:ext cx="4543425" cy="9525"/>
          </a:xfrm>
          <a:custGeom>
            <a:avLst/>
            <a:gdLst/>
            <a:ahLst/>
            <a:cxnLst/>
            <a:rect r="r" b="b" t="t" l="l"/>
            <a:pathLst>
              <a:path h="9525" w="4543425">
                <a:moveTo>
                  <a:pt x="0" y="0"/>
                </a:moveTo>
                <a:lnTo>
                  <a:pt x="4543425" y="0"/>
                </a:lnTo>
                <a:lnTo>
                  <a:pt x="45434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78720" y="4129983"/>
            <a:ext cx="1666875" cy="9525"/>
          </a:xfrm>
          <a:custGeom>
            <a:avLst/>
            <a:gdLst/>
            <a:ahLst/>
            <a:cxnLst/>
            <a:rect r="r" b="b" t="t" l="l"/>
            <a:pathLst>
              <a:path h="9525" w="1666875">
                <a:moveTo>
                  <a:pt x="0" y="0"/>
                </a:moveTo>
                <a:lnTo>
                  <a:pt x="1666875" y="0"/>
                </a:lnTo>
                <a:lnTo>
                  <a:pt x="1666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243138" y="4129983"/>
            <a:ext cx="4829175" cy="9525"/>
          </a:xfrm>
          <a:custGeom>
            <a:avLst/>
            <a:gdLst/>
            <a:ahLst/>
            <a:cxnLst/>
            <a:rect r="r" b="b" t="t" l="l"/>
            <a:pathLst>
              <a:path h="9525" w="4829175">
                <a:moveTo>
                  <a:pt x="0" y="0"/>
                </a:moveTo>
                <a:lnTo>
                  <a:pt x="4829174" y="0"/>
                </a:lnTo>
                <a:lnTo>
                  <a:pt x="4829174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069855" y="4129983"/>
            <a:ext cx="4543425" cy="9525"/>
          </a:xfrm>
          <a:custGeom>
            <a:avLst/>
            <a:gdLst/>
            <a:ahLst/>
            <a:cxnLst/>
            <a:rect r="r" b="b" t="t" l="l"/>
            <a:pathLst>
              <a:path h="9525" w="4543425">
                <a:moveTo>
                  <a:pt x="0" y="0"/>
                </a:moveTo>
                <a:lnTo>
                  <a:pt x="4543425" y="0"/>
                </a:lnTo>
                <a:lnTo>
                  <a:pt x="45434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78720" y="4825308"/>
            <a:ext cx="1666875" cy="9525"/>
          </a:xfrm>
          <a:custGeom>
            <a:avLst/>
            <a:gdLst/>
            <a:ahLst/>
            <a:cxnLst/>
            <a:rect r="r" b="b" t="t" l="l"/>
            <a:pathLst>
              <a:path h="9525" w="1666875">
                <a:moveTo>
                  <a:pt x="0" y="0"/>
                </a:moveTo>
                <a:lnTo>
                  <a:pt x="1666875" y="0"/>
                </a:lnTo>
                <a:lnTo>
                  <a:pt x="1666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43138" y="4825308"/>
            <a:ext cx="4829175" cy="9525"/>
          </a:xfrm>
          <a:custGeom>
            <a:avLst/>
            <a:gdLst/>
            <a:ahLst/>
            <a:cxnLst/>
            <a:rect r="r" b="b" t="t" l="l"/>
            <a:pathLst>
              <a:path h="9525" w="4829175">
                <a:moveTo>
                  <a:pt x="0" y="0"/>
                </a:moveTo>
                <a:lnTo>
                  <a:pt x="4829174" y="0"/>
                </a:lnTo>
                <a:lnTo>
                  <a:pt x="4829174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069855" y="4825308"/>
            <a:ext cx="4543425" cy="9525"/>
          </a:xfrm>
          <a:custGeom>
            <a:avLst/>
            <a:gdLst/>
            <a:ahLst/>
            <a:cxnLst/>
            <a:rect r="r" b="b" t="t" l="l"/>
            <a:pathLst>
              <a:path h="9525" w="4543425">
                <a:moveTo>
                  <a:pt x="0" y="0"/>
                </a:moveTo>
                <a:lnTo>
                  <a:pt x="4543425" y="0"/>
                </a:lnTo>
                <a:lnTo>
                  <a:pt x="45434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78720" y="5520633"/>
            <a:ext cx="1666875" cy="9525"/>
          </a:xfrm>
          <a:custGeom>
            <a:avLst/>
            <a:gdLst/>
            <a:ahLst/>
            <a:cxnLst/>
            <a:rect r="r" b="b" t="t" l="l"/>
            <a:pathLst>
              <a:path h="9525" w="1666875">
                <a:moveTo>
                  <a:pt x="0" y="0"/>
                </a:moveTo>
                <a:lnTo>
                  <a:pt x="1666875" y="0"/>
                </a:lnTo>
                <a:lnTo>
                  <a:pt x="1666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240832" y="5520633"/>
            <a:ext cx="9372600" cy="9525"/>
          </a:xfrm>
          <a:custGeom>
            <a:avLst/>
            <a:gdLst/>
            <a:ahLst/>
            <a:cxnLst/>
            <a:rect r="r" b="b" t="t" l="l"/>
            <a:pathLst>
              <a:path h="9525" w="9372600">
                <a:moveTo>
                  <a:pt x="0" y="0"/>
                </a:moveTo>
                <a:lnTo>
                  <a:pt x="9372600" y="0"/>
                </a:lnTo>
                <a:lnTo>
                  <a:pt x="9372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38175" y="2416997"/>
            <a:ext cx="522151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Criterio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00421" y="2416997"/>
            <a:ext cx="1396232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ISO/IEC 27001:2022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29301" y="2416997"/>
            <a:ext cx="912638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NIST CSF 2.0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8175" y="3722294"/>
            <a:ext cx="7195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Enfoque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8175" y="5059594"/>
            <a:ext cx="73041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175" y="3053648"/>
            <a:ext cx="8087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Propósito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8175" y="4390949"/>
            <a:ext cx="83164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Adopción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00421" y="3053648"/>
            <a:ext cx="26610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Certificación y gestión de SGSI.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00421" y="3722294"/>
            <a:ext cx="289891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Controles de seguridad (Anexo A).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00421" y="4390949"/>
            <a:ext cx="310837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Global y obligatorio para licitaciones.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73931" y="5059594"/>
            <a:ext cx="42513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Complementarios: ISO certifica lo que NIST opera.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29301" y="4390949"/>
            <a:ext cx="253847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Flexible y centrado en riesgos.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29301" y="3053648"/>
            <a:ext cx="272461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Marco operativo y de resiliencia.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29301" y="3722294"/>
            <a:ext cx="29239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F8FAF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 Funciones (Gobernar, Proteger...).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9625" y="518351"/>
            <a:ext cx="540749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Marcos de Control: ISO y NIST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08434" y="1733550"/>
            <a:ext cx="4953000" cy="447675"/>
          </a:xfrm>
          <a:custGeom>
            <a:avLst/>
            <a:gdLst/>
            <a:ahLst/>
            <a:cxnLst/>
            <a:rect r="r" b="b" t="t" l="l"/>
            <a:pathLst>
              <a:path h="447675" w="4953000">
                <a:moveTo>
                  <a:pt x="0" y="0"/>
                </a:moveTo>
                <a:lnTo>
                  <a:pt x="4953000" y="0"/>
                </a:lnTo>
                <a:lnTo>
                  <a:pt x="49530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1025" y="1733550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1025" y="2796483"/>
            <a:ext cx="4943475" cy="304800"/>
          </a:xfrm>
          <a:custGeom>
            <a:avLst/>
            <a:gdLst/>
            <a:ahLst/>
            <a:cxnLst/>
            <a:rect r="r" b="b" t="t" l="l"/>
            <a:pathLst>
              <a:path h="304800" w="4943475">
                <a:moveTo>
                  <a:pt x="0" y="0"/>
                </a:moveTo>
                <a:lnTo>
                  <a:pt x="4943475" y="0"/>
                </a:lnTo>
                <a:lnTo>
                  <a:pt x="49434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2025" y="3444183"/>
            <a:ext cx="4562475" cy="304800"/>
          </a:xfrm>
          <a:custGeom>
            <a:avLst/>
            <a:gdLst/>
            <a:ahLst/>
            <a:cxnLst/>
            <a:rect r="r" b="b" t="t" l="l"/>
            <a:pathLst>
              <a:path h="304800" w="4562475">
                <a:moveTo>
                  <a:pt x="0" y="0"/>
                </a:moveTo>
                <a:lnTo>
                  <a:pt x="4562475" y="0"/>
                </a:lnTo>
                <a:lnTo>
                  <a:pt x="45624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2025" y="3958533"/>
            <a:ext cx="4562475" cy="304800"/>
          </a:xfrm>
          <a:custGeom>
            <a:avLst/>
            <a:gdLst/>
            <a:ahLst/>
            <a:cxnLst/>
            <a:rect r="r" b="b" t="t" l="l"/>
            <a:pathLst>
              <a:path h="304800" w="4562475">
                <a:moveTo>
                  <a:pt x="0" y="0"/>
                </a:moveTo>
                <a:lnTo>
                  <a:pt x="4562475" y="0"/>
                </a:lnTo>
                <a:lnTo>
                  <a:pt x="45624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2025" y="4472883"/>
            <a:ext cx="4562475" cy="304800"/>
          </a:xfrm>
          <a:custGeom>
            <a:avLst/>
            <a:gdLst/>
            <a:ahLst/>
            <a:cxnLst/>
            <a:rect r="r" b="b" t="t" l="l"/>
            <a:pathLst>
              <a:path h="304800" w="4562475">
                <a:moveTo>
                  <a:pt x="0" y="0"/>
                </a:moveTo>
                <a:lnTo>
                  <a:pt x="4562475" y="0"/>
                </a:lnTo>
                <a:lnTo>
                  <a:pt x="45624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6000" y="9525"/>
            <a:ext cx="6086475" cy="6858000"/>
          </a:xfrm>
          <a:custGeom>
            <a:avLst/>
            <a:gdLst/>
            <a:ahLst/>
            <a:cxnLst/>
            <a:rect r="r" b="b" t="t" l="l"/>
            <a:pathLst>
              <a:path h="6858000" w="6086475">
                <a:moveTo>
                  <a:pt x="0" y="0"/>
                </a:moveTo>
                <a:lnTo>
                  <a:pt x="6086475" y="0"/>
                </a:lnTo>
                <a:lnTo>
                  <a:pt x="60864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096000" y="9525"/>
            <a:ext cx="6086475" cy="6858000"/>
            <a:chOff x="0" y="0"/>
            <a:chExt cx="8115300" cy="914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153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8115300">
                  <a:moveTo>
                    <a:pt x="0" y="0"/>
                  </a:moveTo>
                  <a:lnTo>
                    <a:pt x="8115300" y="0"/>
                  </a:lnTo>
                  <a:lnTo>
                    <a:pt x="81153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81025" y="3444183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81025" y="3444183"/>
            <a:ext cx="142875" cy="200025"/>
            <a:chOff x="0" y="0"/>
            <a:chExt cx="190500" cy="266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581025" y="3958533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81025" y="3958533"/>
            <a:ext cx="142875" cy="200025"/>
            <a:chOff x="0" y="0"/>
            <a:chExt cx="190500" cy="266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81025" y="4472883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81025" y="4472883"/>
            <a:ext cx="142875" cy="200025"/>
            <a:chOff x="0" y="0"/>
            <a:chExt cx="190500" cy="266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09625" y="1674743"/>
            <a:ext cx="418864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Arquitectura Zero Trust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1025" y="2769813"/>
            <a:ext cx="28396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94A3B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Filosofía de Seguridad Moderna: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2025" y="3417513"/>
            <a:ext cx="376203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Nunca confiar, siempre verificar la identidad.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025" y="3931863"/>
            <a:ext cx="405603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MFA conductual obligatorio para toda conexión.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025" y="4446213"/>
            <a:ext cx="35978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Micro-segmentación de redes industriales.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1025" y="2524944"/>
            <a:ext cx="3486150" cy="2676525"/>
          </a:xfrm>
          <a:custGeom>
            <a:avLst/>
            <a:gdLst/>
            <a:ahLst/>
            <a:cxnLst/>
            <a:rect r="r" b="b" t="t" l="l"/>
            <a:pathLst>
              <a:path h="2676525" w="3486150">
                <a:moveTo>
                  <a:pt x="0" y="0"/>
                </a:moveTo>
                <a:lnTo>
                  <a:pt x="3486150" y="0"/>
                </a:lnTo>
                <a:lnTo>
                  <a:pt x="3486150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1025" y="2524944"/>
            <a:ext cx="3486150" cy="2676525"/>
            <a:chOff x="0" y="0"/>
            <a:chExt cx="4648200" cy="356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482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352925" y="2524944"/>
            <a:ext cx="3486150" cy="2676525"/>
          </a:xfrm>
          <a:custGeom>
            <a:avLst/>
            <a:gdLst/>
            <a:ahLst/>
            <a:cxnLst/>
            <a:rect r="r" b="b" t="t" l="l"/>
            <a:pathLst>
              <a:path h="2676525" w="3486150">
                <a:moveTo>
                  <a:pt x="0" y="0"/>
                </a:moveTo>
                <a:lnTo>
                  <a:pt x="3486150" y="0"/>
                </a:lnTo>
                <a:lnTo>
                  <a:pt x="3486150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2925" y="2524944"/>
            <a:ext cx="3486150" cy="2676525"/>
            <a:chOff x="0" y="0"/>
            <a:chExt cx="4648200" cy="3568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482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124825" y="2524944"/>
            <a:ext cx="3486150" cy="2676525"/>
          </a:xfrm>
          <a:custGeom>
            <a:avLst/>
            <a:gdLst/>
            <a:ahLst/>
            <a:cxnLst/>
            <a:rect r="r" b="b" t="t" l="l"/>
            <a:pathLst>
              <a:path h="2676525" w="3486150">
                <a:moveTo>
                  <a:pt x="0" y="0"/>
                </a:moveTo>
                <a:lnTo>
                  <a:pt x="3486150" y="0"/>
                </a:lnTo>
                <a:lnTo>
                  <a:pt x="3486150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124825" y="2524944"/>
            <a:ext cx="3486150" cy="2676525"/>
            <a:chOff x="0" y="0"/>
            <a:chExt cx="4648200" cy="3568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482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67740" y="2915469"/>
            <a:ext cx="2847975" cy="295275"/>
          </a:xfrm>
          <a:custGeom>
            <a:avLst/>
            <a:gdLst/>
            <a:ahLst/>
            <a:cxnLst/>
            <a:rect r="r" b="b" t="t" l="l"/>
            <a:pathLst>
              <a:path h="295275" w="2847975">
                <a:moveTo>
                  <a:pt x="0" y="0"/>
                </a:moveTo>
                <a:lnTo>
                  <a:pt x="2847975" y="0"/>
                </a:lnTo>
                <a:lnTo>
                  <a:pt x="28479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1550" y="3400273"/>
            <a:ext cx="2705100" cy="914400"/>
          </a:xfrm>
          <a:custGeom>
            <a:avLst/>
            <a:gdLst/>
            <a:ahLst/>
            <a:cxnLst/>
            <a:rect r="r" b="b" t="t" l="l"/>
            <a:pathLst>
              <a:path h="914400" w="2705100">
                <a:moveTo>
                  <a:pt x="0" y="0"/>
                </a:moveTo>
                <a:lnTo>
                  <a:pt x="2705100" y="0"/>
                </a:lnTo>
                <a:lnTo>
                  <a:pt x="2705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39640" y="2915469"/>
            <a:ext cx="2847975" cy="295275"/>
          </a:xfrm>
          <a:custGeom>
            <a:avLst/>
            <a:gdLst/>
            <a:ahLst/>
            <a:cxnLst/>
            <a:rect r="r" b="b" t="t" l="l"/>
            <a:pathLst>
              <a:path h="295275" w="2847975">
                <a:moveTo>
                  <a:pt x="0" y="0"/>
                </a:moveTo>
                <a:lnTo>
                  <a:pt x="2847975" y="0"/>
                </a:lnTo>
                <a:lnTo>
                  <a:pt x="28479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743450" y="3400273"/>
            <a:ext cx="2705100" cy="1219200"/>
          </a:xfrm>
          <a:custGeom>
            <a:avLst/>
            <a:gdLst/>
            <a:ahLst/>
            <a:cxnLst/>
            <a:rect r="r" b="b" t="t" l="l"/>
            <a:pathLst>
              <a:path h="1219200" w="2705100">
                <a:moveTo>
                  <a:pt x="0" y="0"/>
                </a:moveTo>
                <a:lnTo>
                  <a:pt x="2705100" y="0"/>
                </a:lnTo>
                <a:lnTo>
                  <a:pt x="2705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11540" y="2914498"/>
            <a:ext cx="2847975" cy="590550"/>
          </a:xfrm>
          <a:custGeom>
            <a:avLst/>
            <a:gdLst/>
            <a:ahLst/>
            <a:cxnLst/>
            <a:rect r="r" b="b" t="t" l="l"/>
            <a:pathLst>
              <a:path h="590550" w="2847975">
                <a:moveTo>
                  <a:pt x="0" y="0"/>
                </a:moveTo>
                <a:lnTo>
                  <a:pt x="2847975" y="0"/>
                </a:lnTo>
                <a:lnTo>
                  <a:pt x="28479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515350" y="3693614"/>
            <a:ext cx="2705100" cy="914400"/>
          </a:xfrm>
          <a:custGeom>
            <a:avLst/>
            <a:gdLst/>
            <a:ahLst/>
            <a:cxnLst/>
            <a:rect r="r" b="b" t="t" l="l"/>
            <a:pathLst>
              <a:path h="914400" w="2705100">
                <a:moveTo>
                  <a:pt x="0" y="0"/>
                </a:moveTo>
                <a:lnTo>
                  <a:pt x="2705100" y="0"/>
                </a:lnTo>
                <a:lnTo>
                  <a:pt x="2705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71550" y="2776223"/>
            <a:ext cx="2610164" cy="158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MGM Resorts</a:t>
            </a:r>
          </a:p>
          <a:p>
            <a:pPr algn="l">
              <a:lnSpc>
                <a:spcPts val="2879"/>
              </a:lnSpc>
            </a:pPr>
            <a:r>
              <a:rPr lang="en-US" b="true" sz="1500">
                <a:solidFill>
                  <a:srgbClr val="94A3B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Vishing (10 min):</a:t>
            </a:r>
            <a:r>
              <a:rPr lang="en-US" sz="15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$100M en 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pérdidas operativas mediante ingeniería social telefónica.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43450" y="2776223"/>
            <a:ext cx="2730837" cy="19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MOVEit / Cl0p</a:t>
            </a:r>
          </a:p>
          <a:p>
            <a:pPr algn="l">
              <a:lnSpc>
                <a:spcPts val="2879"/>
              </a:lnSpc>
            </a:pPr>
            <a:r>
              <a:rPr lang="en-US" b="true" sz="1500">
                <a:solidFill>
                  <a:srgbClr val="94A3B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Supply Chain:</a:t>
            </a:r>
            <a:r>
              <a:rPr lang="en-US" sz="15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2,500+ </a:t>
            </a:r>
          </a:p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organizaciones comprometidas mediante una vulnerabilidad Zero-Day.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15350" y="2880998"/>
            <a:ext cx="2781824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Hong Kong (Deepfake)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15350" y="3600269"/>
            <a:ext cx="2765517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1500" spc="34">
                <a:solidFill>
                  <a:srgbClr val="94A3B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Fraude de IA:</a:t>
            </a: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$25M robados en una videollamada donde todos los asistentes eran deepfakes.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9625" y="518351"/>
            <a:ext cx="6533302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Casos de Impacto: El Costo de Fallar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381750" y="2343969"/>
            <a:ext cx="5229225" cy="3038475"/>
          </a:xfrm>
          <a:custGeom>
            <a:avLst/>
            <a:gdLst/>
            <a:ahLst/>
            <a:cxnLst/>
            <a:rect r="r" b="b" t="t" l="l"/>
            <a:pathLst>
              <a:path h="3038475" w="5229225">
                <a:moveTo>
                  <a:pt x="0" y="0"/>
                </a:moveTo>
                <a:lnTo>
                  <a:pt x="5229225" y="0"/>
                </a:lnTo>
                <a:lnTo>
                  <a:pt x="5229225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81750" y="2343969"/>
            <a:ext cx="5229225" cy="3038475"/>
            <a:chOff x="0" y="0"/>
            <a:chExt cx="6972300" cy="4051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72300" cy="4051300"/>
            </a:xfrm>
            <a:custGeom>
              <a:avLst/>
              <a:gdLst/>
              <a:ahLst/>
              <a:cxnLst/>
              <a:rect r="r" b="b" t="t" l="l"/>
              <a:pathLst>
                <a:path h="40513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4051300"/>
                  </a:lnTo>
                  <a:lnTo>
                    <a:pt x="0" y="405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391275" y="2353494"/>
            <a:ext cx="5210175" cy="3019425"/>
          </a:xfrm>
          <a:custGeom>
            <a:avLst/>
            <a:gdLst/>
            <a:ahLst/>
            <a:cxnLst/>
            <a:rect r="r" b="b" t="t" l="l"/>
            <a:pathLst>
              <a:path h="3019425" w="5210175">
                <a:moveTo>
                  <a:pt x="0" y="0"/>
                </a:moveTo>
                <a:lnTo>
                  <a:pt x="5210175" y="0"/>
                </a:lnTo>
                <a:lnTo>
                  <a:pt x="5210175" y="3019425"/>
                </a:lnTo>
                <a:lnTo>
                  <a:pt x="0" y="30194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91275" y="2353494"/>
            <a:ext cx="5210175" cy="3019425"/>
            <a:chOff x="0" y="0"/>
            <a:chExt cx="6946900" cy="4025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6900" cy="4025900"/>
            </a:xfrm>
            <a:custGeom>
              <a:avLst/>
              <a:gdLst/>
              <a:ahLst/>
              <a:cxnLst/>
              <a:rect r="r" b="b" t="t" l="l"/>
              <a:pathLst>
                <a:path h="4025900" w="6946900">
                  <a:moveTo>
                    <a:pt x="0" y="0"/>
                  </a:moveTo>
                  <a:lnTo>
                    <a:pt x="6946900" y="0"/>
                  </a:lnTo>
                  <a:lnTo>
                    <a:pt x="6946900" y="4025900"/>
                  </a:lnTo>
                  <a:lnTo>
                    <a:pt x="0" y="402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62025" y="2710605"/>
            <a:ext cx="4848225" cy="609600"/>
          </a:xfrm>
          <a:custGeom>
            <a:avLst/>
            <a:gdLst/>
            <a:ahLst/>
            <a:cxnLst/>
            <a:rect r="r" b="b" t="t" l="l"/>
            <a:pathLst>
              <a:path h="609600" w="4848225">
                <a:moveTo>
                  <a:pt x="0" y="0"/>
                </a:moveTo>
                <a:lnTo>
                  <a:pt x="4848225" y="0"/>
                </a:lnTo>
                <a:lnTo>
                  <a:pt x="4848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2025" y="3529755"/>
            <a:ext cx="4848225" cy="609600"/>
          </a:xfrm>
          <a:custGeom>
            <a:avLst/>
            <a:gdLst/>
            <a:ahLst/>
            <a:cxnLst/>
            <a:rect r="r" b="b" t="t" l="l"/>
            <a:pathLst>
              <a:path h="609600" w="4848225">
                <a:moveTo>
                  <a:pt x="0" y="0"/>
                </a:moveTo>
                <a:lnTo>
                  <a:pt x="4848225" y="0"/>
                </a:lnTo>
                <a:lnTo>
                  <a:pt x="4848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2025" y="4348905"/>
            <a:ext cx="4848225" cy="609600"/>
          </a:xfrm>
          <a:custGeom>
            <a:avLst/>
            <a:gdLst/>
            <a:ahLst/>
            <a:cxnLst/>
            <a:rect r="r" b="b" t="t" l="l"/>
            <a:pathLst>
              <a:path h="609600" w="4848225">
                <a:moveTo>
                  <a:pt x="0" y="0"/>
                </a:moveTo>
                <a:lnTo>
                  <a:pt x="4848225" y="0"/>
                </a:lnTo>
                <a:lnTo>
                  <a:pt x="4848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8196" y="577158"/>
            <a:ext cx="11344275" cy="447675"/>
          </a:xfrm>
          <a:custGeom>
            <a:avLst/>
            <a:gdLst/>
            <a:ahLst/>
            <a:cxnLst/>
            <a:rect r="r" b="b" t="t" l="l"/>
            <a:pathLst>
              <a:path h="447675" w="11344275">
                <a:moveTo>
                  <a:pt x="0" y="0"/>
                </a:moveTo>
                <a:lnTo>
                  <a:pt x="11344275" y="0"/>
                </a:lnTo>
                <a:lnTo>
                  <a:pt x="113442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1025" y="577158"/>
            <a:ext cx="76200" cy="447675"/>
          </a:xfrm>
          <a:custGeom>
            <a:avLst/>
            <a:gdLst/>
            <a:ahLst/>
            <a:cxnLst/>
            <a:rect r="r" b="b" t="t" l="l"/>
            <a:pathLst>
              <a:path h="447675" w="76200">
                <a:moveTo>
                  <a:pt x="0" y="0"/>
                </a:moveTo>
                <a:lnTo>
                  <a:pt x="76200" y="0"/>
                </a:lnTo>
                <a:lnTo>
                  <a:pt x="762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1025" y="2710605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81025" y="2710605"/>
            <a:ext cx="142875" cy="200025"/>
            <a:chOff x="0" y="0"/>
            <a:chExt cx="190500" cy="266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81025" y="3529755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1025" y="3529755"/>
            <a:ext cx="142875" cy="200025"/>
            <a:chOff x="0" y="0"/>
            <a:chExt cx="190500" cy="266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581025" y="4348905"/>
            <a:ext cx="142875" cy="200025"/>
          </a:xfrm>
          <a:custGeom>
            <a:avLst/>
            <a:gdLst/>
            <a:ahLst/>
            <a:cxnLst/>
            <a:rect r="r" b="b" t="t" l="l"/>
            <a:pathLst>
              <a:path h="200025" w="142875">
                <a:moveTo>
                  <a:pt x="0" y="0"/>
                </a:moveTo>
                <a:lnTo>
                  <a:pt x="142875" y="0"/>
                </a:lnTo>
                <a:lnTo>
                  <a:pt x="1428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81025" y="4348905"/>
            <a:ext cx="142875" cy="200025"/>
            <a:chOff x="0" y="0"/>
            <a:chExt cx="190500" cy="266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" cy="266700"/>
            </a:xfrm>
            <a:custGeom>
              <a:avLst/>
              <a:gdLst/>
              <a:ahLst/>
              <a:cxnLst/>
              <a:rect r="r" b="b" t="t" l="l"/>
              <a:pathLst>
                <a:path h="2667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2025" y="2617260"/>
            <a:ext cx="4967821" cy="232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 ciberseguridad es una </a:t>
            </a:r>
            <a:r>
              <a:rPr lang="en-US" b="true" sz="1500" spc="34">
                <a:solidFill>
                  <a:srgbClr val="94A3B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ventaja competitiva</a:t>
            </a: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, no un centro de costos.</a:t>
            </a:r>
          </a:p>
          <a:p>
            <a:pPr algn="l">
              <a:lnSpc>
                <a:spcPts val="375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 IA ha cambiado la defensa de "detectar y responder" a </a:t>
            </a:r>
          </a:p>
          <a:p>
            <a:pPr algn="l">
              <a:lnSpc>
                <a:spcPts val="201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"predecir y prevenir".</a:t>
            </a:r>
          </a:p>
          <a:p>
            <a:pPr algn="l">
              <a:lnSpc>
                <a:spcPts val="375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 factor humano es el vector más explotado: la cultura es </a:t>
            </a:r>
          </a:p>
          <a:p>
            <a:pPr algn="l">
              <a:lnSpc>
                <a:spcPts val="201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 primera línea.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9625" y="518351"/>
            <a:ext cx="462975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spc="-18">
                <a:solidFill>
                  <a:srgbClr val="F8FAF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Conclusiones Estratégicas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1025" y="4212879"/>
            <a:ext cx="11029950" cy="1076325"/>
          </a:xfrm>
          <a:custGeom>
            <a:avLst/>
            <a:gdLst/>
            <a:ahLst/>
            <a:cxnLst/>
            <a:rect r="r" b="b" t="t" l="l"/>
            <a:pathLst>
              <a:path h="1076325" w="11029950">
                <a:moveTo>
                  <a:pt x="0" y="0"/>
                </a:moveTo>
                <a:lnTo>
                  <a:pt x="11029950" y="0"/>
                </a:lnTo>
                <a:lnTo>
                  <a:pt x="110299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1025" y="4212879"/>
            <a:ext cx="11029950" cy="1076325"/>
            <a:chOff x="0" y="0"/>
            <a:chExt cx="14706600" cy="1435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06600" cy="1435100"/>
            </a:xfrm>
            <a:custGeom>
              <a:avLst/>
              <a:gdLst/>
              <a:ahLst/>
              <a:cxnLst/>
              <a:rect r="r" b="b" t="t" l="l"/>
              <a:pathLst>
                <a:path h="1435100" w="14706600">
                  <a:moveTo>
                    <a:pt x="0" y="0"/>
                  </a:moveTo>
                  <a:lnTo>
                    <a:pt x="14706600" y="0"/>
                  </a:lnTo>
                  <a:lnTo>
                    <a:pt x="14706600" y="1435100"/>
                  </a:lnTo>
                  <a:lnTo>
                    <a:pt x="0" y="143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04800" y="1568796"/>
            <a:ext cx="11582400" cy="1047750"/>
          </a:xfrm>
          <a:custGeom>
            <a:avLst/>
            <a:gdLst/>
            <a:ahLst/>
            <a:cxnLst/>
            <a:rect r="r" b="b" t="t" l="l"/>
            <a:pathLst>
              <a:path h="1047750" w="11582400">
                <a:moveTo>
                  <a:pt x="0" y="0"/>
                </a:moveTo>
                <a:lnTo>
                  <a:pt x="11582400" y="0"/>
                </a:lnTo>
                <a:lnTo>
                  <a:pt x="115824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1025" y="2805112"/>
            <a:ext cx="11029950" cy="400050"/>
          </a:xfrm>
          <a:custGeom>
            <a:avLst/>
            <a:gdLst/>
            <a:ahLst/>
            <a:cxnLst/>
            <a:rect r="r" b="b" t="t" l="l"/>
            <a:pathLst>
              <a:path h="400050" w="11029950">
                <a:moveTo>
                  <a:pt x="0" y="0"/>
                </a:moveTo>
                <a:lnTo>
                  <a:pt x="11029950" y="0"/>
                </a:lnTo>
                <a:lnTo>
                  <a:pt x="110299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86025" y="4793904"/>
            <a:ext cx="2524125" cy="304800"/>
          </a:xfrm>
          <a:custGeom>
            <a:avLst/>
            <a:gdLst/>
            <a:ahLst/>
            <a:cxnLst/>
            <a:rect r="r" b="b" t="t" l="l"/>
            <a:pathLst>
              <a:path h="304800" w="2524125">
                <a:moveTo>
                  <a:pt x="0" y="0"/>
                </a:moveTo>
                <a:lnTo>
                  <a:pt x="2524125" y="0"/>
                </a:lnTo>
                <a:lnTo>
                  <a:pt x="25241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20150" y="4793904"/>
            <a:ext cx="885825" cy="304800"/>
          </a:xfrm>
          <a:custGeom>
            <a:avLst/>
            <a:gdLst/>
            <a:ahLst/>
            <a:cxnLst/>
            <a:rect r="r" b="b" t="t" l="l"/>
            <a:pathLst>
              <a:path h="304800" w="885825">
                <a:moveTo>
                  <a:pt x="0" y="0"/>
                </a:moveTo>
                <a:lnTo>
                  <a:pt x="885825" y="0"/>
                </a:lnTo>
                <a:lnTo>
                  <a:pt x="8858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95124" y="1425921"/>
            <a:ext cx="6530759" cy="168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F8FA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¿PREGUNTAS?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9267" y="4767234"/>
            <a:ext cx="25533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Luis Antonio Canales Guerrero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26722" y="4767234"/>
            <a:ext cx="88954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4">
                <a:solidFill>
                  <a:srgbClr val="94A3B8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DAHIqIz37l8</dc:identifier>
  <dcterms:modified xsi:type="dcterms:W3CDTF">2011-08-01T06:04:30Z</dcterms:modified>
  <cp:revision>1</cp:revision>
  <dc:title>Ciberseguridad Maestra - Edición Elite.pdf</dc:title>
</cp:coreProperties>
</file>