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320040"/>
            <a:ext cx="320040" cy="27432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320040"/>
            <a:ext cx="27432" cy="3200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48872" y="6510528"/>
            <a:ext cx="320040" cy="27432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41480" y="6217920"/>
            <a:ext cx="27432" cy="3200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TERMINAL_BASICS.GIT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GITHUB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548640" cy="4572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completa de comandos, explicados con claridad y ejemplos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LUIS ANTONIO CANALES GUERRERO  ·  ITICS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map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EMPEZAR: 3 CONCEPTOS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 comando de git gira en torno a estas tres ideas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3520440" cy="448056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3520440" cy="4572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1851660" y="2103120"/>
            <a:ext cx="822960" cy="822960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9" name="Image 1" descr="/home/claude/git_pptx/icons/folder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252" y="2267712"/>
            <a:ext cx="493776" cy="4937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22960" y="37033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tu proyecto donde Git guarda todo el historial de cambios (la carpeta oculta .git).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343400" y="1691640"/>
            <a:ext cx="3520440" cy="448056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43400" y="1691640"/>
            <a:ext cx="3520440" cy="4572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0"/>
          <p:cNvSpPr/>
          <p:nvPr/>
        </p:nvSpPr>
        <p:spPr>
          <a:xfrm>
            <a:off x="5692140" y="2103120"/>
            <a:ext cx="822960" cy="822960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25" name="Image 2" descr="/home/claude/git_pptx/icons/terminal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26771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2628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4663440" y="37033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"foto" guardada de tu codigo en un momento exacto, con un mensaje que explica que cambiaste.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183880" y="1691640"/>
            <a:ext cx="3520440" cy="448056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183880" y="1691640"/>
            <a:ext cx="3520440" cy="4572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5"/>
          <p:cNvSpPr/>
          <p:nvPr/>
        </p:nvSpPr>
        <p:spPr>
          <a:xfrm>
            <a:off x="9532620" y="2103120"/>
            <a:ext cx="822960" cy="822960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31" name="Image 3" descr="/home/claude/git_pptx/icons/branch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2" y="2267712"/>
            <a:ext cx="493776" cy="49377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36676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(BRANCH)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503920" y="37033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linea de trabajo independiente, para probar cosas nuevas sin afectar el codigo principal.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Text 30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setting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 INICIAL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 primero que haces al instalar git o empezar un proyecto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"Nombre"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 nombre para que aparezca como autor en cada commit que hagas.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"Luis Canales"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"correo"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 correo, para vincular tus commits con tu cuenta de GitHub.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"luis@correo.com"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 carpeta actual en un repositorio Git nuevo, creando la carpeta oculta .git.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mi-proyecto &amp;&amp; git init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una copia completa de un repositorio remoto (por ejemplo, de GitHub) a tu computadora.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https://github.com/usuario/repo.git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edi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BASICO DE TRABAJO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comandos que usaras todos los dias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que archivos cambiaste, cuales estan listos para guardarse y cuales no.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&lt;archivo&gt;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un archivo (lo pasa al area de preparacion) para incluirlo en el proximo commit. Usa "git add ." para todos.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index.html   |   git add 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"mensaje"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permanentemente los cambios preparados, junto con un mensaje que describe que hiciste.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"Agrega formulario de login"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los archivos modificados contra la ultima version guardada, mostrando linea por linea que cambio.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nombre-archivo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cloc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Y REVISION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consultar que ha pasado en el proyecto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commits realizados, del mas reciente al mas antiguo, con autor y fecha.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&lt;commit&gt;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en detalle los cambios exactos que introdujo un commit especifico.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a1b2c3d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&lt;archivo&gt;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quien modifico cada linea de un archivo y en que commit, linea por linea.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app.js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&lt;nombre&gt;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un commit importante con una etiqueta, comunmente usada para versiones (v1.0, v2.0).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branch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CON RAMAS (BRANCHES)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desarrollar funciones nuevas sin danar el codigo principal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todas las ramas del repositorio y marca en cual te encuentras trabajando.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-a   (incluye ramas remotas)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&lt;nombre&gt;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 nueva con el nombre indicado, partiendo del punto actual del proyecto.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nueva-funcion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&lt;rama&gt;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tu carpeta de trabajo a otra rama existente. (Tambien: git checkout &lt;rama&gt;).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nueva-funcion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&lt;rama&gt;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 nueva y cambia a ella en un solo paso.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correccion-bug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merg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CAMBIOS ENTRE RAMAS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cuando el trabajo de una rama debe integrarse a otra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&lt;rama&gt;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cambios de otra rama a la rama en la que estas parado, creando un commit de fusion si es necesario.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 / git merge nueva-funcion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&lt;rama&gt;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tus commits para que queden encima de los cambios mas recientes de otra rama, dejando un historial mas limpio.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main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 &lt;commit&gt;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un commit especifico de otra rama y lo aplica en la rama actual, sin traer el resto de los cambios.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 a1b2c3d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--abort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una fusion en curso si aparecen conflictos que no quieres resolver todavia.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--abort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github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 REMOTOS Y GITHUB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sincronizar tu trabajo con github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tu repositorio local con uno remoto en GitHub, nombrandolo "origin".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https://github.com/usuario/repo.git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tus commits guardados localmente hacia el repositorio remoto en GitHub.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cambios nuevos del repositorio remoto y los combina con tu rama actual.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cambios del remoto SIN combinarlos todavia; util para revisar antes de fusionar.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02920"/>
            <a:ext cx="54864" cy="68580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7200"/>
            <a:ext cx="658368" cy="658368"/>
          </a:xfrm>
          <a:prstGeom prst="rect">
            <a:avLst/>
          </a:prstGeom>
          <a:solidFill>
            <a:srgbClr val="0A2C3D"/>
          </a:solidFill>
          <a:ln w="12700">
            <a:solidFill>
              <a:srgbClr val="05D7FA"/>
            </a:solidFill>
            <a:prstDash val="solid"/>
          </a:ln>
        </p:spPr>
      </p:sp>
      <p:pic>
        <p:nvPicPr>
          <p:cNvPr id="12" name="Image 0" descr="/home/claude/git_pptx/icons/undo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6217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Y CORREGIR CAMBIOS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4592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cuando algo salio mal y necesitas regresar atras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1417320"/>
            <a:ext cx="12188952" cy="10973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&lt;archivo&gt;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95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los cambios no guardados de un archivo y lo regresa a la ultima version confirmada.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index.html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9164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&lt;commit&gt;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19672" y="23500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el historial a un commit anterior. Con --hard, tambien borra los cambios en los archivos (cuidado).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a1b2c3d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&lt;commit&gt;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895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commit nuevo que deshace los cambios de un commit anterior, sin borrar el historial (mas seguro que reset).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895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a1b2c3d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63640" y="4069080"/>
            <a:ext cx="5440680" cy="214884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3640" y="4069080"/>
            <a:ext cx="45720" cy="21488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solidFill>
            <a:srgbClr val="0E2530"/>
          </a:solidFill>
          <a:ln w="9525">
            <a:solidFill>
              <a:srgbClr val="05D7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19672" y="4270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519672" y="47274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temporalmente los cambios sin terminar, dejando tu carpeta limpia; luego puedes recuperarlos con git stash pop.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519672" y="5833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  →   git stash pop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0"/>
            <a:ext cx="7315" cy="6858000"/>
          </a:xfrm>
          <a:prstGeom prst="rect">
            <a:avLst/>
          </a:prstGeom>
          <a:solidFill>
            <a:srgbClr val="12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320040"/>
            <a:ext cx="320040" cy="27432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320040"/>
            <a:ext cx="27432" cy="3200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48872" y="6510528"/>
            <a:ext cx="320040" cy="27432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41480" y="6217920"/>
            <a:ext cx="27432" cy="3200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502920"/>
            <a:ext cx="54864" cy="548640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TIPICO DE TRABAJO, DE PRINCIPIO A FIN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5528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asi se combinan los comandos en un dia normal de trabajo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650492" y="2880360"/>
            <a:ext cx="8887968" cy="18288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0452" y="2377440"/>
            <a:ext cx="640080" cy="640080"/>
          </a:xfrm>
          <a:prstGeom prst="rect">
            <a:avLst/>
          </a:prstGeom>
          <a:solidFill>
            <a:srgbClr val="0A2C3D"/>
          </a:solidFill>
          <a:ln w="15875">
            <a:solidFill>
              <a:srgbClr val="05D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0452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67512" y="3337560"/>
            <a:ext cx="1965960" cy="137160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337560"/>
            <a:ext cx="1965960" cy="36576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9300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00507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los ultimos cambios del equipo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52444" y="2377440"/>
            <a:ext cx="640080" cy="640080"/>
          </a:xfrm>
          <a:prstGeom prst="rect">
            <a:avLst/>
          </a:prstGeom>
          <a:solidFill>
            <a:srgbClr val="0A2C3D"/>
          </a:solidFill>
          <a:ln w="15875">
            <a:solidFill>
              <a:srgbClr val="05D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2444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889504" y="3337560"/>
            <a:ext cx="1965960" cy="137160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9504" y="3337560"/>
            <a:ext cx="1965960" cy="36576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28" name="Text 26"/>
          <p:cNvSpPr/>
          <p:nvPr/>
        </p:nvSpPr>
        <p:spPr>
          <a:xfrm>
            <a:off x="2999232" y="349300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rama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99232" y="400507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rama de trabajo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74436" y="2377440"/>
            <a:ext cx="640080" cy="640080"/>
          </a:xfrm>
          <a:prstGeom prst="rect">
            <a:avLst/>
          </a:prstGeom>
          <a:solidFill>
            <a:srgbClr val="0A2C3D"/>
          </a:solidFill>
          <a:ln w="15875">
            <a:solidFill>
              <a:srgbClr val="05D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4436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111496" y="3337560"/>
            <a:ext cx="1965960" cy="137160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11496" y="3337560"/>
            <a:ext cx="1965960" cy="36576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34" name="Text 32"/>
          <p:cNvSpPr/>
          <p:nvPr/>
        </p:nvSpPr>
        <p:spPr>
          <a:xfrm>
            <a:off x="5221224" y="349300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/ commit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21224" y="400507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tus avances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96428" y="2377440"/>
            <a:ext cx="640080" cy="640080"/>
          </a:xfrm>
          <a:prstGeom prst="rect">
            <a:avLst/>
          </a:prstGeom>
          <a:solidFill>
            <a:srgbClr val="0A2C3D"/>
          </a:solidFill>
          <a:ln w="15875">
            <a:solidFill>
              <a:srgbClr val="05D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9642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333488" y="3337560"/>
            <a:ext cx="1965960" cy="137160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33488" y="3337560"/>
            <a:ext cx="1965960" cy="36576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0" name="Text 38"/>
          <p:cNvSpPr/>
          <p:nvPr/>
        </p:nvSpPr>
        <p:spPr>
          <a:xfrm>
            <a:off x="7443216" y="349300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43216" y="400507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tu rama a GitHub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218420" y="2377440"/>
            <a:ext cx="640080" cy="640080"/>
          </a:xfrm>
          <a:prstGeom prst="rect">
            <a:avLst/>
          </a:prstGeom>
          <a:solidFill>
            <a:srgbClr val="0A2C3D"/>
          </a:solidFill>
          <a:ln w="15875">
            <a:solidFill>
              <a:srgbClr val="05D7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184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9555480" y="3337560"/>
            <a:ext cx="1965960" cy="1371600"/>
          </a:xfrm>
          <a:prstGeom prst="rect">
            <a:avLst/>
          </a:prstGeom>
          <a:solidFill>
            <a:srgbClr val="121A2E"/>
          </a:solidFill>
          <a:ln w="12700">
            <a:solidFill>
              <a:srgbClr val="1F3A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55480" y="3337560"/>
            <a:ext cx="1965960" cy="36576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46" name="Text 44"/>
          <p:cNvSpPr/>
          <p:nvPr/>
        </p:nvSpPr>
        <p:spPr>
          <a:xfrm>
            <a:off x="9665208" y="349300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665208" y="400507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Pides revision en GitHub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consejo: usa siempre mensajes de commit claros y especificos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GIT Y GITHUB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183112" y="6583680"/>
            <a:ext cx="457200" cy="18288"/>
          </a:xfrm>
          <a:prstGeom prst="rect">
            <a:avLst/>
          </a:prstGeom>
          <a:solidFill>
            <a:srgbClr val="05D7FA"/>
          </a:solidFill>
          <a:ln/>
        </p:spPr>
      </p:sp>
      <p:sp>
        <p:nvSpPr>
          <p:cNvPr id="51" name="Text 49"/>
          <p:cNvSpPr/>
          <p:nvPr/>
        </p:nvSpPr>
        <p:spPr>
          <a:xfrm>
            <a:off x="112288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5D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2026-07-21T18:24:46Z</dcterms:created>
  <dcterms:modified xsi:type="dcterms:W3CDTF">2026-07-21T18:24:46Z</dcterms:modified>
</cp:coreProperties>
</file>