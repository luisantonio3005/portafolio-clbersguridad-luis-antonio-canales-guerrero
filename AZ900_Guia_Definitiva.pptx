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z900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134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965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AZ-900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46888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Fundamentals — Guía Definitiva de Estudio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487168" y="3364992"/>
            <a:ext cx="3840480" cy="0"/>
          </a:xfrm>
          <a:prstGeom prst="line">
            <a:avLst/>
          </a:prstGeom>
          <a:noFill/>
          <a:ln w="25400">
            <a:solidFill>
              <a:srgbClr val="FFB6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35204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la nube · Arquitectura y servicios de Azure · Administración y gobernanza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 con el temario vigente de enero de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a partir de la guía de estudio oficial de Microsoft Learn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del examen AZ-900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dominios y datos clave para presentarlo con confianza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7672" y="185623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z900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844" y="1948404"/>
            <a:ext cx="583753" cy="5837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la nube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computing, modelo de consumo, beneficios, IaaS/PaaS/SaaS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88152" y="185623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az900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324" y="1948404"/>
            <a:ext cx="583753" cy="5837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61772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servicios de Azure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Regiones, cómputo, redes, almacenamiento, identidad, IA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28632" y="185623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az900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804" y="1948404"/>
            <a:ext cx="583753" cy="58375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30–35%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45820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gobernanza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5820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cumplimiento, herramientas de gestión, monitoreo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754880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4709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para aprobar: 700 de 1000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17920" y="4754880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0"/>
          <p:cNvSpPr/>
          <p:nvPr/>
        </p:nvSpPr>
        <p:spPr>
          <a:xfrm>
            <a:off x="6492240" y="4709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60 minutos · ~40–60 preguntas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257800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" y="5212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oficial: 99 USD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17920" y="5257800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9" name="Text 24"/>
          <p:cNvSpPr/>
          <p:nvPr/>
        </p:nvSpPr>
        <p:spPr>
          <a:xfrm>
            <a:off x="6492240" y="5212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prerrequisitos técnicos obligatorios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Computing: la base de todo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recursos informáticos (servidores, almacenamiento, bases de datos, redes, software, análisis e inteligencia) a través de Internet, con un modelo de pago por uso — sin poseer ni mantener infraestructura física propia.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63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11880" y="30632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3063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costos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365760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bajo demanda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14173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0B1F3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/home/claude/az900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850" y="1768450"/>
            <a:ext cx="486461" cy="4864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55280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consumo (Pay-As-You-Go)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78040" y="242316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solo por los recursos utilizados — escalado hacia arriba o abajo según demanda.
</a:t>
            </a:r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precios: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costos mensuales antes de implementar.
</a:t>
            </a:r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TCO: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Azure frente a un centro de datos local.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109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9" name="Image 1" descr="/home/claude/az900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361688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965960" y="42062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965960" y="457200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gestiona por completo la infraestructura del servidor; el cliente solo escribe y despliega código. Se paga únicamente por el tiempo de ejecución. Servicio principal: Azure Functions.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Responsabilidad Compartida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asegura la nube; el cliente asegura lo que hay en la nube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228600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Todo: red, SO, apps,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datos, seg. física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Apps, datos, SO,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 de 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Aplicaciones,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(uso)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Virtualización, servidores,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almacenamiento, red física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SO, middleware,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Todo: apps, SO,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11109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4777" y="4389120"/>
            <a:ext cx="585216" cy="585216"/>
          </a:xfrm>
          <a:prstGeom prst="ellipse">
            <a:avLst/>
          </a:prstGeom>
          <a:solidFill>
            <a:srgbClr val="5A6B7A"/>
          </a:solidFill>
          <a:ln/>
        </p:spPr>
      </p:sp>
      <p:pic>
        <p:nvPicPr>
          <p:cNvPr id="7" name="Image 0" descr="/home/claude/az900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003" y="4459346"/>
            <a:ext cx="444764" cy="4447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02920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534924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100%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422267" y="4389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z900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93" y="4459346"/>
            <a:ext cx="444764" cy="4447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26130" y="502920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326130" y="534924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~70%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199757" y="4389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z900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983" y="4459346"/>
            <a:ext cx="444764" cy="4447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03620" y="502920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103620" y="534924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~50%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977247" y="4389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az900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73" y="4459346"/>
            <a:ext cx="444764" cy="4447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81110" y="502920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8881110" y="5349240"/>
            <a:ext cx="2777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~20%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Implementación de la Nube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600200"/>
            <a:ext cx="3566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z900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995" y="211043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 Pública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un proveedor externo (ej. Azure) vía Internet. Alta escalabilidad, bajo costo inicial, sin mantenimiento de hardware.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600200"/>
            <a:ext cx="356616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az900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475" y="2110435"/>
            <a:ext cx="625450" cy="625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 Privada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34290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uso exclusivo de una organización, local o gestionada por terceros. Mayor control y seguridad, con mayores costos.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16002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334155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1600200"/>
            <a:ext cx="3566160" cy="1371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0" y="2011680"/>
            <a:ext cx="822960" cy="82296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18" name="Image 2" descr="/home/claude/az900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55" y="2110435"/>
            <a:ext cx="625450" cy="625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 Híbrida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03920" y="34290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infraestructura pública y privada, permitiendo mover datos y apps entre ambas según la carga de trabajo.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Clave de la Nube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734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z900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1832458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292608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pese a fallos, vía redundancia geográfica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1198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z900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90" y="1832458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47872" y="292608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u horizontal, según la demanda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4662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z900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1832458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82512" y="292608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ante fallos y continuidad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5256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8126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az900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070" y="1832458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217152" y="292608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rendimiento predecibles (Cost Management)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577340" y="40873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az900/user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50" y="4164178"/>
            <a:ext cx="486461" cy="4864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13232" y="5257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integral de datos e infraestructura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38328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411980" y="40873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/home/claude/az900/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790" y="4164178"/>
            <a:ext cx="486461" cy="48646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2044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547872" y="5257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con Azure Policy y Blueprints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1792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246620" y="40873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6" descr="/home/claude/az900/c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3430" y="4164178"/>
            <a:ext cx="486461" cy="48646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5508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gestión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382512" y="52578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automatización e implementación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y SaaS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del cliente disminuye a medida que crece la gestión del proveedor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2062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del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SO, apps, datos,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 de 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Aplicaciones,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(solo uso)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del proveedor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física,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SO, middleware,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(app 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en Azure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Network,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Service, Azure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Database, Functions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Migraciones lift-and-shift,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ágil sin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infraestructura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Global de Azure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z900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110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10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 de Azure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26771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 geográficas con uno o más centros de datos; cada una es independiente y redundante.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z900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911096"/>
            <a:ext cx="521208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10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regiones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06640" y="226771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región se empareja con otra de la misma geografía para recuperación ante desastres.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az900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242816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disponibilidad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91640" y="459943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 físicas separadas dentro de una región, con energía, refrigeración y redes independientes.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az900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24281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datos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406640" y="459943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físicas que alojan servidores, almacenamiento y red de Azure.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de Recursos de Azure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nivel más alto de gobernanza al recurso individual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601200" cy="1051560"/>
          </a:xfrm>
          <a:prstGeom prst="roundRect">
            <a:avLst>
              <a:gd name="adj" fmla="val 6957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Administración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 suscripciones en jerarquía; aplican políticas a varias a la vez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10800000">
            <a:off x="868680" y="2624328"/>
            <a:ext cx="256032" cy="146304"/>
          </a:xfrm>
          <a:prstGeom prst="triangle">
            <a:avLst/>
          </a:prstGeom>
          <a:solidFill>
            <a:srgbClr val="5A6B7A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770632"/>
            <a:ext cx="85953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8437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32278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con Microsoft; límites de facturación y acceso a recursos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1371600" y="3840480"/>
            <a:ext cx="256032" cy="146304"/>
          </a:xfrm>
          <a:prstGeom prst="triangle">
            <a:avLst/>
          </a:prstGeom>
          <a:solidFill>
            <a:srgbClr val="5A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986784"/>
            <a:ext cx="758952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059936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Recursos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4443984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lógicos; mismo ciclo de vida para gestionar/facturar como unidad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1874520" y="5056632"/>
            <a:ext cx="256032" cy="146304"/>
          </a:xfrm>
          <a:prstGeom prst="triangle">
            <a:avLst/>
          </a:prstGeom>
          <a:solidFill>
            <a:srgbClr val="5A6B7A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5202936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4FA0B5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527608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331720" y="566013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de servicios individuales (VMs, cuentas de almacenamiento, etc.)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Cómputo en Azure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237744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en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Máquinas Virtuales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Emulaciones de sistemas físicos; máximo control del SO y entorno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Virtual Machines,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 Scale Sets, Conjuntos de Disponibilidad, Virtual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Paquetes ligeros y portátiles; comparten el kernel del SO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Instances (ACI),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Kubernetes Service (AKS)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(Serverless)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código por eventos sin gestionar infraestructura; pago por ejecución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6052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disponibilidad: distribuyen VMs en distintos dominios de error y actualización, protegiendo contra fallos de hardware o mantenimiento planificado.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Desktop: virtualización de escritorios y aplicaciones en la nube, con acceso desde cualquier lugar y dispositivo.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Virtuales y Conectividad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construcción fundamental de la red privada en Azure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VNet: comunicación segura entre recursos de Azure, Internet y redes locales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66544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Subredes: segmentan la VNet para mejor organización y seguridad del tráfico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DNS: resolución de nombres mediante la infraestructura de Azure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públicos y privados: exponen un servicio a Internet o lo protegen dentro de una VNet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 híbrida y entre VNets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02996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0" descr="/home/claude/az900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260" y="2102388"/>
            <a:ext cx="458663" cy="45866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5236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5236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segura por Internet · costo-efectivo, fácil de implementar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0" y="29260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20840" y="308152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1" descr="/home/claude/az900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260" y="3153948"/>
            <a:ext cx="458663" cy="4586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5236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45236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privada dedicada · mayor ancho de banda, baja latencia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58368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0840" y="413308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2" descr="/home/claude/az900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260" y="4205508"/>
            <a:ext cx="458663" cy="45866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5236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45236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VNets en Azure · tráfico privado, baja latencia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37947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0B1F33"/>
          </a:solidFill>
          <a:ln/>
        </p:spPr>
      </p:sp>
      <p:sp>
        <p:nvSpPr>
          <p:cNvPr id="29" name="Text 24"/>
          <p:cNvSpPr/>
          <p:nvPr/>
        </p:nvSpPr>
        <p:spPr>
          <a:xfrm>
            <a:off x="77724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de VNet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77240" y="4251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dos o más redes virtuales de forma segura y privada, haciéndolas aparecer como una sola red para fines de conectividad.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Almacenamiento de Azure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237744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 típico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Objetos no estructurados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Imágenes, videos, backups, lagos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compartidos SMB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Compartir archivos entre VMs, migración on-premises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Mensajes en cola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Desacoplar componentes, comunicación asíncrona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clave-valor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flexibles de bajo costo a gran escala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de acceso de Blob Storage (Storage Tiers)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frecuente · mayor costo de almacenamiento, menor costo de acceso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4572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3484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poco frecuente · menor costo de almacenamiento, mayor costo de acceso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55280" y="4572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3816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 vez accedido · costo mínimo de almacenamiento, recuperación en horas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Redundancia de Almacenamiento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ante fallos locales y regionales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514600"/>
            <a:ext cx="160020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Local — 3 copias dentro de un único centro de datos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centro de datos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31920" y="2514600"/>
            <a:ext cx="160020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de Zona — 3 copias en 3 zonas de disponibilidad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4251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región · 3 zonas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2514600"/>
            <a:ext cx="160020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Geográfica — réplica en una región secundaria distante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251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regiones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RA-GRS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0" y="2514600"/>
            <a:ext cx="160020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 + acceso de lectura en la región secundaria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4251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regiones + lectura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y Transferencia de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0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z900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830" y="21799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AzCopy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52044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 línea de comandos para copiar datos de alto rendimiento hacia/desde Azure Storage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892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433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z900/h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10" y="217993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28803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Explorer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26080" y="352044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escritorio con interfaz gráfica para gestionar Azure Storage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835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az900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390" y="217993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8803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66360" y="352044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recursos compartidos de archivos con servidores locales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26948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0238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az900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670" y="21799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28803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Migrate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406640" y="352044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centralizado para evaluar y migrar servidores, BD y apps a Azure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50976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26414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az900/box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950" y="2179930"/>
            <a:ext cx="486461" cy="4864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0" y="28803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Box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646920" y="352044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físicos para transferir grandes volúmenes de datos offline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en Azure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depende del tipo de dato, escalabilidad y compatibilidad requerida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256032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 clave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Basado en SQL Server, PaaS, alta 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empresariales, OLTP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multi-modelo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 globalmente, baja latencia, APIs SQL/Mongo/Cassandra/Gremlin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web/móvil de alto rendimiento, IoT, juegos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DB for MySQL/PostgreSQL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 (open source)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 totalmente administrado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de código abierto, migraciones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IA y Machine Learning en Azure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1109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 (Cognitive Services): APIs pre-construidas de visión, voz, lenguaje y decisión  ·  Azure Machine Learning: plataforma para construir, entrenar y desplegar modelos  ·  Azure AI Search: búsqueda enriquecida con IA sobre datos y aplicaciones.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y Acceso: Microsoft Entra 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B1F3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z900/user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5016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00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(antes Azure Active Directory)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783080" y="1965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identidad y administración de acceso en la nube: autenticación y autorización para usuarios y aplicaciones en Azure y Microsoft 365.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autenticación segura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único: una vez y accede a múltiples apps sin repetir credenciales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329184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484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multifactor: dos o más métodos de verificación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0" y="329184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3816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Hello, Microsoft Authenticator, claves FIDO2 — sin contraseñas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0" name="Image 1" descr="/home/claude/az900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4985309"/>
            <a:ext cx="590702" cy="59070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37360" y="48920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Condicional de Microsoft Entra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737360" y="52120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señales (usuario, ubicación, dispositivo, aplicación) para tomar decisiones y aplicar directivas organizativas sobre cómo y cuándo acceder a los recursos.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Seguridad: RBAC, Zero Trust y Defensa en Profundidad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z900/user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110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(Control de Acceso Basado en Roles)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91640" y="2331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roles a usuarios/grupos en un ámbito específico (grupo de administración, suscripción, grupo de recursos o recurso), siguiendo el principio de privilegio mínimo.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z900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911096"/>
            <a:ext cx="521208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37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(Confianza Cero)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06640" y="2331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solicitud se confía implícitamente; todo se verifica exhaustivamente. Principio: “nunca confiar, siempre verificar”.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z900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242816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69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Profundidad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91640" y="4663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capas de protección: física, identidad y acceso, perímetro, red, cómputo, datos y aplicaciones.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az900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24281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069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06640" y="4663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postura de seguridad (CSPM) y protección de cargas de trabajo (CWPP) en entornos híbridos y multinube.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Protocolos de Autenticación: una trampa común del examen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clave entre RADIUS, Kerberos, OAuth y LDAP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310896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resuelve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Autenticación, autorización y registro (AAA) centralizados de acceso a 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VPN, Wi-Fi corporativo, acceso remoto a la 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Kerberos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mediante tickets cifrados y un centro de distribución de claves (KDC)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de sesión en Active Directory Domain Services on-premises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Autorización delegada: un usuario permite que una app acceda a recursos sin compartir su contraseña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de sesión de apps modernas y APIs en la nube (base de Microsoft Entra ID)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para consultar y modificar servicios de directorio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 Active Directory / Microsoft Entra Domain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B1F33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mnemotécnica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= acceso a la RED · Kerberos = tickets on-premises · OAuth = autorización en la nube (lo usa Entra ID) · LDAP = consultar el directorio (no autentica por sí mismo).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Costos en Azure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que afectan los costos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8872" cy="11887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recurso y nivel de uso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8872" cy="11887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/ ubicación geográfica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8872" cy="11887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de banda de salida (egress)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8872" cy="11887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soporte contratado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554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0" descr="/home/claude/az900/search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1636776"/>
            <a:ext cx="521208" cy="5212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Ahorro: Reservas y Spot VMs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6092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Azure: descuento por comprometerse 1–3 años.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Spot: capacidad no utilizada a bajo costo, con riesgo de desalojo.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1F33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Precios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1520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costos mensuales antes de implementar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5196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1F33"/>
          </a:solidFill>
          <a:ln/>
        </p:spPr>
      </p:sp>
      <p:sp>
        <p:nvSpPr>
          <p:cNvPr id="21" name="Text 18"/>
          <p:cNvSpPr/>
          <p:nvPr/>
        </p:nvSpPr>
        <p:spPr>
          <a:xfrm>
            <a:off x="443484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(Tags)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34840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clave-valor para categorizar y asignar costos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1F33"/>
          </a:solidFill>
          <a:ln/>
        </p:spPr>
      </p:sp>
      <p:sp>
        <p:nvSpPr>
          <p:cNvPr id="24" name="Text 21"/>
          <p:cNvSpPr/>
          <p:nvPr/>
        </p:nvSpPr>
        <p:spPr>
          <a:xfrm>
            <a:off x="813816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+ Billing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138160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Presupuestos, alertas y recomendaciones de optimización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y Cumplimiento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9659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z900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742" y="205374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 unificada: mapa de datos, clasificación de datos sensibles y linaje.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6440" y="19659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z900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22" y="205374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6344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estándares organizacionales y evalúa el cumplimiento a escala mediante directivas.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6916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46920" y="19659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az900/user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702" y="205374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de Recursos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50392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CanNotDelete (no se puede eliminar) y ReadOnly (no se puede modificar ni eliminar).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Gestión e Infraestructura como Código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web unificada para gestionar todos los recursos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Shell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22402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interactivo en el navegador (Bash o PowerShell), preconfigurado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/ PowerShell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y cmdlets para crear y administrar recursos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972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0" y="22402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la gestión de Azure a entornos híbridos y multinube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109960" cy="2194560"/>
          </a:xfrm>
          <a:prstGeom prst="roundRect">
            <a:avLst>
              <a:gd name="adj" fmla="val 3333"/>
            </a:avLst>
          </a:prstGeom>
          <a:solidFill>
            <a:srgbClr val="0B1F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794760"/>
            <a:ext cx="914400" cy="91440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7" name="Image 0" descr="/home/claude/az900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904488"/>
            <a:ext cx="694944" cy="6949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65960" y="37947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como Código (IaC)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965960" y="42062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y aprovisiona infraestructura mediante código en lugar de procesos manuales, habilitando automatización, repetibilidad, control de versiones y consistencia.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65960" y="48920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Manager (ARM):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administración para crear, actualizar y eliminar recursos.
</a:t>
            </a:r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ARM: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JSON que definen infraestructura y configuración de forma declarativa.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Monitoreo en Azure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z900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1832458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disponibilidad, seguridad, rendimiento, costo y excelencia operativa.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z900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970" y="1832458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Health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personalizado de los servicios en las regiones usadas; notifica interrupciones.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92640" y="17556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z900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450" y="1832458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 y analiza telemetría de entornos de Azure y locales.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Azure Monitor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096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31520" y="44622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registro sobre los datos de Azure Monitor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251960" y="3977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4434840" y="4096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Monitor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34840" y="44622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cumplirse condiciones definidas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955280" y="3977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26" name="Text 21"/>
          <p:cNvSpPr/>
          <p:nvPr/>
        </p:nvSpPr>
        <p:spPr>
          <a:xfrm>
            <a:off x="8138160" y="4096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138160" y="44622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rendimiento (APM) de apps web en vivo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de SLA Compuesto: otra trampa frecuente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SLA se combina distinto según la arquitectura sea en serie o en paralelo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en serie (dependientes)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multiplican los SLA individuales — el resultado siempre es menor al más bajo de ellos.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803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total = SLA₁ × SLA₂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99.9% × 99.5% = 99.4%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en paralelo (redundantes)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que uno esté disponible — el resultado siempre supera al más alto de ellos.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7889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total = 1 − [(1−SLA₁)×(1−SLA₂)]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(0.001×0.005) = 99.9995%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 para el examen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 en serie (una VM depende de una base de datos): el SLA combinado BAJA — siempre multiplica.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 en paralelo (dos VMs redundantes en distintas zonas): el SLA combinado SUBE — la caída de ambas a la vez es mucho menos probable.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Cuidado: el examen suele mezclar ambos casos en un mismo escenario multi-nivel (ej. VM + Storage en serie, con dos VMs en paralelo dentro de ese nivel).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Well-Architected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pilares para construir arquitecturas de alta calidad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514600"/>
            <a:ext cx="731520" cy="73152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6" name="Image 0" descr="/home/claude/az900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22" y="260238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Excelencia Operacional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88920" y="219456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514600"/>
            <a:ext cx="731520" cy="73152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11" name="Image 1" descr="/home/claude/az900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02" y="260238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92608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0" y="219456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5715000" y="2514600"/>
            <a:ext cx="731520" cy="73152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16" name="Image 2" descr="/home/claude/az900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782" y="260238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064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516636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69480" y="219456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7955280" y="2514600"/>
            <a:ext cx="731520" cy="73152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21" name="Image 3" descr="/home/claude/az900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62" y="2602382"/>
            <a:ext cx="555955" cy="5559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40664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del Rendimiento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509760" y="219456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95560" y="2514600"/>
            <a:ext cx="731520" cy="73152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26" name="Image 4" descr="/home/claude/az900/doll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342" y="2602382"/>
            <a:ext cx="555955" cy="5559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8700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96469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Costos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final antes del examen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17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el modelo de responsabilidad compartida y IaaS/PaaS/SaaS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39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regiones, pares de regiones y zonas de disponibilidad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609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niveles de Blob Storage y las 4 opciones de redundancia (LRS/ZRS/GRS/RA-GRS)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82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RADIUS, Kerberos, OAuth y LDAP sin confundirlos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447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417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cálculos de SLA compuesto (serie vs. paralelo)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0665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039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RBAC, Zero Trust, Defensa en Profundidad y Acceso Condicional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6883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6609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factores de costo, Reservas, Spot VMs y Cost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3101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627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282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Azure Policy, Purview y Bloqueos de Recursos en gobernanza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2C3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base: guía de estudio oficial de Microsoft Learn para AZ-900, complementada con el temario actualizado de enero de 2026.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· Microsoft Azure Fundamentals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2026-07-29T02:22:11Z</dcterms:created>
  <dcterms:modified xsi:type="dcterms:W3CDTF">2026-07-29T02:22:11Z</dcterms:modified>
</cp:coreProperties>
</file>